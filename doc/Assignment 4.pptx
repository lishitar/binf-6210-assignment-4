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9" r:id="rId4"/>
    <p:sldId id="258" r:id="rId5"/>
    <p:sldId id="266" r:id="rId6"/>
    <p:sldId id="260" r:id="rId7"/>
    <p:sldId id="261" r:id="rId8"/>
    <p:sldId id="262" r:id="rId9"/>
    <p:sldId id="263" r:id="rId10"/>
    <p:sldId id="264" r:id="rId11"/>
    <p:sldId id="265" r:id="rId12"/>
    <p:sldId id="267" r:id="rId13"/>
    <p:sldId id="268" r:id="rId14"/>
    <p:sldId id="270" r:id="rId15"/>
    <p:sldId id="269" r:id="rId16"/>
    <p:sldId id="271" r:id="rId17"/>
    <p:sldId id="272" r:id="rId18"/>
    <p:sldId id="275" r:id="rId19"/>
    <p:sldId id="273" r:id="rId20"/>
    <p:sldId id="274"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EC5B7A-7672-4DA8-AE61-2CB23BC7B8FD}" v="176" dt="2025-12-05T01:49:37.0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83955" autoAdjust="0"/>
  </p:normalViewPr>
  <p:slideViewPr>
    <p:cSldViewPr snapToGrid="0">
      <p:cViewPr>
        <p:scale>
          <a:sx n="95" d="100"/>
          <a:sy n="95" d="100"/>
        </p:scale>
        <p:origin x="163"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shitarowjee@gmail.com" userId="07f49b259be8f6b3" providerId="LiveId" clId="{50B8129A-550A-4DCD-9E77-C2864DC3E209}"/>
    <pc:docChg chg="undo custSel addSld modSld sldOrd">
      <pc:chgData name="lishitarowjee@gmail.com" userId="07f49b259be8f6b3" providerId="LiveId" clId="{50B8129A-550A-4DCD-9E77-C2864DC3E209}" dt="2025-12-05T01:49:48.136" v="6497" actId="1076"/>
      <pc:docMkLst>
        <pc:docMk/>
      </pc:docMkLst>
      <pc:sldChg chg="addSp delSp modSp mod addAnim delAnim">
        <pc:chgData name="lishitarowjee@gmail.com" userId="07f49b259be8f6b3" providerId="LiveId" clId="{50B8129A-550A-4DCD-9E77-C2864DC3E209}" dt="2025-12-05T00:32:56.786" v="5741" actId="255"/>
        <pc:sldMkLst>
          <pc:docMk/>
          <pc:sldMk cId="810500540" sldId="256"/>
        </pc:sldMkLst>
        <pc:spChg chg="mod ord">
          <ac:chgData name="lishitarowjee@gmail.com" userId="07f49b259be8f6b3" providerId="LiveId" clId="{50B8129A-550A-4DCD-9E77-C2864DC3E209}" dt="2025-12-05T00:32:56.786" v="5741" actId="255"/>
          <ac:spMkLst>
            <pc:docMk/>
            <pc:sldMk cId="810500540" sldId="256"/>
            <ac:spMk id="5" creationId="{E9221427-D60D-E9AD-CCB3-549972988B33}"/>
          </ac:spMkLst>
        </pc:spChg>
        <pc:spChg chg="add del">
          <ac:chgData name="lishitarowjee@gmail.com" userId="07f49b259be8f6b3" providerId="LiveId" clId="{50B8129A-550A-4DCD-9E77-C2864DC3E209}" dt="2025-12-04T16:25:06.774" v="1126" actId="26606"/>
          <ac:spMkLst>
            <pc:docMk/>
            <pc:sldMk cId="810500540" sldId="256"/>
            <ac:spMk id="43" creationId="{4522B21E-B2B9-4C72-9A71-C87EFD137480}"/>
          </ac:spMkLst>
        </pc:spChg>
        <pc:spChg chg="add del">
          <ac:chgData name="lishitarowjee@gmail.com" userId="07f49b259be8f6b3" providerId="LiveId" clId="{50B8129A-550A-4DCD-9E77-C2864DC3E209}" dt="2025-12-04T16:25:06.774" v="1126" actId="26606"/>
          <ac:spMkLst>
            <pc:docMk/>
            <pc:sldMk cId="810500540" sldId="256"/>
            <ac:spMk id="44" creationId="{5EB7D2A2-F448-44D4-938C-DC84CBCB3B1E}"/>
          </ac:spMkLst>
        </pc:spChg>
        <pc:spChg chg="add del">
          <ac:chgData name="lishitarowjee@gmail.com" userId="07f49b259be8f6b3" providerId="LiveId" clId="{50B8129A-550A-4DCD-9E77-C2864DC3E209}" dt="2025-12-04T16:25:06.774" v="1126" actId="26606"/>
          <ac:spMkLst>
            <pc:docMk/>
            <pc:sldMk cId="810500540" sldId="256"/>
            <ac:spMk id="45" creationId="{871AEA07-1E14-44B4-8E55-64EF049CD66F}"/>
          </ac:spMkLst>
        </pc:spChg>
        <pc:spChg chg="add">
          <ac:chgData name="lishitarowjee@gmail.com" userId="07f49b259be8f6b3" providerId="LiveId" clId="{50B8129A-550A-4DCD-9E77-C2864DC3E209}" dt="2025-12-04T16:25:06.774" v="1126" actId="26606"/>
          <ac:spMkLst>
            <pc:docMk/>
            <pc:sldMk cId="810500540" sldId="256"/>
            <ac:spMk id="51" creationId="{6CCA5F87-1D1E-45CB-8D83-FC7EEFAD9935}"/>
          </ac:spMkLst>
        </pc:spChg>
        <pc:spChg chg="add">
          <ac:chgData name="lishitarowjee@gmail.com" userId="07f49b259be8f6b3" providerId="LiveId" clId="{50B8129A-550A-4DCD-9E77-C2864DC3E209}" dt="2025-12-04T16:25:06.774" v="1126" actId="26606"/>
          <ac:spMkLst>
            <pc:docMk/>
            <pc:sldMk cId="810500540" sldId="256"/>
            <ac:spMk id="53" creationId="{7CCFC2C6-6238-4A2F-93DE-2ADF74AF635E}"/>
          </ac:spMkLst>
        </pc:spChg>
        <pc:spChg chg="add">
          <ac:chgData name="lishitarowjee@gmail.com" userId="07f49b259be8f6b3" providerId="LiveId" clId="{50B8129A-550A-4DCD-9E77-C2864DC3E209}" dt="2025-12-04T16:25:06.774" v="1126" actId="26606"/>
          <ac:spMkLst>
            <pc:docMk/>
            <pc:sldMk cId="810500540" sldId="256"/>
            <ac:spMk id="55" creationId="{AF2F604E-43BE-4DC3-B983-E071523364F8}"/>
          </ac:spMkLst>
        </pc:spChg>
        <pc:spChg chg="add">
          <ac:chgData name="lishitarowjee@gmail.com" userId="07f49b259be8f6b3" providerId="LiveId" clId="{50B8129A-550A-4DCD-9E77-C2864DC3E209}" dt="2025-12-04T16:25:06.774" v="1126" actId="26606"/>
          <ac:spMkLst>
            <pc:docMk/>
            <pc:sldMk cId="810500540" sldId="256"/>
            <ac:spMk id="57" creationId="{08C9B587-E65E-4B52-B37C-ABEBB6E87928}"/>
          </ac:spMkLst>
        </pc:spChg>
        <pc:picChg chg="add mod">
          <ac:chgData name="lishitarowjee@gmail.com" userId="07f49b259be8f6b3" providerId="LiveId" clId="{50B8129A-550A-4DCD-9E77-C2864DC3E209}" dt="2025-12-04T16:25:10.891" v="1128" actId="962"/>
          <ac:picMkLst>
            <pc:docMk/>
            <pc:sldMk cId="810500540" sldId="256"/>
            <ac:picMk id="3" creationId="{B8907D9D-0C5A-7D72-B767-98A82F7AD62D}"/>
          </ac:picMkLst>
        </pc:picChg>
        <pc:cxnChg chg="add del">
          <ac:chgData name="lishitarowjee@gmail.com" userId="07f49b259be8f6b3" providerId="LiveId" clId="{50B8129A-550A-4DCD-9E77-C2864DC3E209}" dt="2025-12-04T16:25:06.774" v="1126" actId="26606"/>
          <ac:cxnSpMkLst>
            <pc:docMk/>
            <pc:sldMk cId="810500540" sldId="256"/>
            <ac:cxnSpMk id="46" creationId="{F7C8EA93-3210-4C62-99E9-153C275E3A87}"/>
          </ac:cxnSpMkLst>
        </pc:cxnChg>
      </pc:sldChg>
      <pc:sldChg chg="addSp delSp modSp mod setBg">
        <pc:chgData name="lishitarowjee@gmail.com" userId="07f49b259be8f6b3" providerId="LiveId" clId="{50B8129A-550A-4DCD-9E77-C2864DC3E209}" dt="2025-12-05T01:49:48.136" v="6497" actId="1076"/>
        <pc:sldMkLst>
          <pc:docMk/>
          <pc:sldMk cId="3880287262" sldId="257"/>
        </pc:sldMkLst>
        <pc:spChg chg="mod">
          <ac:chgData name="lishitarowjee@gmail.com" userId="07f49b259be8f6b3" providerId="LiveId" clId="{50B8129A-550A-4DCD-9E77-C2864DC3E209}" dt="2025-12-04T18:33:00.928" v="1426" actId="122"/>
          <ac:spMkLst>
            <pc:docMk/>
            <pc:sldMk cId="3880287262" sldId="257"/>
            <ac:spMk id="2" creationId="{9C3D01EB-FE63-12C9-1D3D-7815A8B00E97}"/>
          </ac:spMkLst>
        </pc:spChg>
        <pc:spChg chg="add del mod">
          <ac:chgData name="lishitarowjee@gmail.com" userId="07f49b259be8f6b3" providerId="LiveId" clId="{50B8129A-550A-4DCD-9E77-C2864DC3E209}" dt="2025-12-05T01:49:40.059" v="6496" actId="27636"/>
          <ac:spMkLst>
            <pc:docMk/>
            <pc:sldMk cId="3880287262" sldId="257"/>
            <ac:spMk id="3" creationId="{887625E0-B24C-F1A9-882B-57FCD11DAFFD}"/>
          </ac:spMkLst>
        </pc:spChg>
        <pc:spChg chg="add mod">
          <ac:chgData name="lishitarowjee@gmail.com" userId="07f49b259be8f6b3" providerId="LiveId" clId="{50B8129A-550A-4DCD-9E77-C2864DC3E209}" dt="2025-12-05T01:49:48.136" v="6497" actId="1076"/>
          <ac:spMkLst>
            <pc:docMk/>
            <pc:sldMk cId="3880287262" sldId="257"/>
            <ac:spMk id="4" creationId="{AC300D2D-B6FE-9B32-4132-832221F81805}"/>
          </ac:spMkLst>
        </pc:spChg>
        <pc:spChg chg="add del">
          <ac:chgData name="lishitarowjee@gmail.com" userId="07f49b259be8f6b3" providerId="LiveId" clId="{50B8129A-550A-4DCD-9E77-C2864DC3E209}" dt="2025-12-04T15:58:10.313" v="850" actId="26606"/>
          <ac:spMkLst>
            <pc:docMk/>
            <pc:sldMk cId="3880287262" sldId="257"/>
            <ac:spMk id="37" creationId="{375E0459-6403-40CD-989D-56A4407CA12E}"/>
          </ac:spMkLst>
        </pc:spChg>
        <pc:spChg chg="add del">
          <ac:chgData name="lishitarowjee@gmail.com" userId="07f49b259be8f6b3" providerId="LiveId" clId="{50B8129A-550A-4DCD-9E77-C2864DC3E209}" dt="2025-12-04T15:58:10.313" v="850" actId="26606"/>
          <ac:spMkLst>
            <pc:docMk/>
            <pc:sldMk cId="3880287262" sldId="257"/>
            <ac:spMk id="38" creationId="{1B15ED52-F352-441B-82BF-E0EA34836D08}"/>
          </ac:spMkLst>
        </pc:spChg>
        <pc:spChg chg="add del">
          <ac:chgData name="lishitarowjee@gmail.com" userId="07f49b259be8f6b3" providerId="LiveId" clId="{50B8129A-550A-4DCD-9E77-C2864DC3E209}" dt="2025-12-04T15:58:10.313" v="850" actId="26606"/>
          <ac:spMkLst>
            <pc:docMk/>
            <pc:sldMk cId="3880287262" sldId="257"/>
            <ac:spMk id="39" creationId="{53E5B1A8-3AC9-4BD1-9BBC-78CA94F2D1BA}"/>
          </ac:spMkLst>
        </pc:spChg>
        <pc:spChg chg="add del">
          <ac:chgData name="lishitarowjee@gmail.com" userId="07f49b259be8f6b3" providerId="LiveId" clId="{50B8129A-550A-4DCD-9E77-C2864DC3E209}" dt="2025-12-04T15:58:10.313" v="850" actId="26606"/>
          <ac:spMkLst>
            <pc:docMk/>
            <pc:sldMk cId="3880287262" sldId="257"/>
            <ac:spMk id="40" creationId="{3B2E3793-BFE6-45A2-9B7B-E18844431C99}"/>
          </ac:spMkLst>
        </pc:spChg>
        <pc:spChg chg="add del">
          <ac:chgData name="lishitarowjee@gmail.com" userId="07f49b259be8f6b3" providerId="LiveId" clId="{50B8129A-550A-4DCD-9E77-C2864DC3E209}" dt="2025-12-04T15:58:10.313" v="850" actId="26606"/>
          <ac:spMkLst>
            <pc:docMk/>
            <pc:sldMk cId="3880287262" sldId="257"/>
            <ac:spMk id="41" creationId="{BC4C4868-CB8F-4AF9-9CDB-8108F2C19B67}"/>
          </ac:spMkLst>
        </pc:spChg>
        <pc:spChg chg="add del">
          <ac:chgData name="lishitarowjee@gmail.com" userId="07f49b259be8f6b3" providerId="LiveId" clId="{50B8129A-550A-4DCD-9E77-C2864DC3E209}" dt="2025-12-04T15:58:10.313" v="850" actId="26606"/>
          <ac:spMkLst>
            <pc:docMk/>
            <pc:sldMk cId="3880287262" sldId="257"/>
            <ac:spMk id="48" creationId="{D93394DA-E684-47C2-9020-13225823F40A}"/>
          </ac:spMkLst>
        </pc:spChg>
        <pc:graphicFrameChg chg="add del">
          <ac:chgData name="lishitarowjee@gmail.com" userId="07f49b259be8f6b3" providerId="LiveId" clId="{50B8129A-550A-4DCD-9E77-C2864DC3E209}" dt="2025-12-04T15:58:10.313" v="850" actId="26606"/>
          <ac:graphicFrameMkLst>
            <pc:docMk/>
            <pc:sldMk cId="3880287262" sldId="257"/>
            <ac:graphicFrameMk id="43" creationId="{B387B396-DD5F-C565-5C51-29D609A066F4}"/>
          </ac:graphicFrameMkLst>
        </pc:graphicFrameChg>
        <pc:picChg chg="add del">
          <ac:chgData name="lishitarowjee@gmail.com" userId="07f49b259be8f6b3" providerId="LiveId" clId="{50B8129A-550A-4DCD-9E77-C2864DC3E209}" dt="2025-12-04T15:58:10.313" v="850" actId="26606"/>
          <ac:picMkLst>
            <pc:docMk/>
            <pc:sldMk cId="3880287262" sldId="257"/>
            <ac:picMk id="44" creationId="{E06C18E8-4B13-2778-81CA-5D7B4C9F93FD}"/>
          </ac:picMkLst>
        </pc:picChg>
      </pc:sldChg>
      <pc:sldChg chg="addSp delSp modSp mod">
        <pc:chgData name="lishitarowjee@gmail.com" userId="07f49b259be8f6b3" providerId="LiveId" clId="{50B8129A-550A-4DCD-9E77-C2864DC3E209}" dt="2025-12-04T18:32:40.200" v="1423" actId="113"/>
        <pc:sldMkLst>
          <pc:docMk/>
          <pc:sldMk cId="637160912" sldId="258"/>
        </pc:sldMkLst>
        <pc:spChg chg="mod">
          <ac:chgData name="lishitarowjee@gmail.com" userId="07f49b259be8f6b3" providerId="LiveId" clId="{50B8129A-550A-4DCD-9E77-C2864DC3E209}" dt="2025-12-04T18:32:40.200" v="1423" actId="113"/>
          <ac:spMkLst>
            <pc:docMk/>
            <pc:sldMk cId="637160912" sldId="258"/>
            <ac:spMk id="2" creationId="{5BD6C987-3E72-0E67-A492-778D50AEBE9B}"/>
          </ac:spMkLst>
        </pc:spChg>
        <pc:spChg chg="add">
          <ac:chgData name="lishitarowjee@gmail.com" userId="07f49b259be8f6b3" providerId="LiveId" clId="{50B8129A-550A-4DCD-9E77-C2864DC3E209}" dt="2025-11-24T20:20:57.129" v="342" actId="26606"/>
          <ac:spMkLst>
            <pc:docMk/>
            <pc:sldMk cId="637160912" sldId="258"/>
            <ac:spMk id="30" creationId="{BACC6370-2D7E-4714-9D71-7542949D7D5D}"/>
          </ac:spMkLst>
        </pc:spChg>
        <pc:spChg chg="add">
          <ac:chgData name="lishitarowjee@gmail.com" userId="07f49b259be8f6b3" providerId="LiveId" clId="{50B8129A-550A-4DCD-9E77-C2864DC3E209}" dt="2025-11-24T20:20:57.129" v="342" actId="26606"/>
          <ac:spMkLst>
            <pc:docMk/>
            <pc:sldMk cId="637160912" sldId="258"/>
            <ac:spMk id="32" creationId="{F68B3F68-107C-434F-AA38-110D5EA91B85}"/>
          </ac:spMkLst>
        </pc:spChg>
        <pc:spChg chg="add">
          <ac:chgData name="lishitarowjee@gmail.com" userId="07f49b259be8f6b3" providerId="LiveId" clId="{50B8129A-550A-4DCD-9E77-C2864DC3E209}" dt="2025-11-24T20:20:57.129" v="342" actId="26606"/>
          <ac:spMkLst>
            <pc:docMk/>
            <pc:sldMk cId="637160912" sldId="258"/>
            <ac:spMk id="34" creationId="{AAD0DBB9-1A4B-4391-81D4-CB19F9AB918A}"/>
          </ac:spMkLst>
        </pc:spChg>
        <pc:spChg chg="add">
          <ac:chgData name="lishitarowjee@gmail.com" userId="07f49b259be8f6b3" providerId="LiveId" clId="{50B8129A-550A-4DCD-9E77-C2864DC3E209}" dt="2025-11-24T20:20:57.129" v="342" actId="26606"/>
          <ac:spMkLst>
            <pc:docMk/>
            <pc:sldMk cId="637160912" sldId="258"/>
            <ac:spMk id="36" creationId="{063BBA22-50EA-4C4D-BE05-F1CE4E63AA56}"/>
          </ac:spMkLst>
        </pc:spChg>
        <pc:graphicFrameChg chg="mod modGraphic">
          <ac:chgData name="lishitarowjee@gmail.com" userId="07f49b259be8f6b3" providerId="LiveId" clId="{50B8129A-550A-4DCD-9E77-C2864DC3E209}" dt="2025-12-04T15:32:47.053" v="666" actId="12100"/>
          <ac:graphicFrameMkLst>
            <pc:docMk/>
            <pc:sldMk cId="637160912" sldId="258"/>
            <ac:graphicFrameMk id="14" creationId="{C5301456-1F1B-1D20-E939-74297EE06375}"/>
          </ac:graphicFrameMkLst>
        </pc:graphicFrameChg>
      </pc:sldChg>
      <pc:sldChg chg="addSp delSp modSp new mod setBg">
        <pc:chgData name="lishitarowjee@gmail.com" userId="07f49b259be8f6b3" providerId="LiveId" clId="{50B8129A-550A-4DCD-9E77-C2864DC3E209}" dt="2025-12-05T01:06:49.662" v="5816" actId="20577"/>
        <pc:sldMkLst>
          <pc:docMk/>
          <pc:sldMk cId="297827644" sldId="259"/>
        </pc:sldMkLst>
        <pc:spChg chg="mod">
          <ac:chgData name="lishitarowjee@gmail.com" userId="07f49b259be8f6b3" providerId="LiveId" clId="{50B8129A-550A-4DCD-9E77-C2864DC3E209}" dt="2025-12-04T23:36:20.264" v="3849" actId="26606"/>
          <ac:spMkLst>
            <pc:docMk/>
            <pc:sldMk cId="297827644" sldId="259"/>
            <ac:spMk id="2" creationId="{6D4E57C6-3B79-1279-9DCB-224FF659C2A4}"/>
          </ac:spMkLst>
        </pc:spChg>
        <pc:spChg chg="add del mod">
          <ac:chgData name="lishitarowjee@gmail.com" userId="07f49b259be8f6b3" providerId="LiveId" clId="{50B8129A-550A-4DCD-9E77-C2864DC3E209}" dt="2025-12-04T16:12:37.523" v="1116" actId="26606"/>
          <ac:spMkLst>
            <pc:docMk/>
            <pc:sldMk cId="297827644" sldId="259"/>
            <ac:spMk id="3" creationId="{005F418C-52B2-8928-46BF-C33A34C8E652}"/>
          </ac:spMkLst>
        </pc:spChg>
        <pc:spChg chg="add del">
          <ac:chgData name="lishitarowjee@gmail.com" userId="07f49b259be8f6b3" providerId="LiveId" clId="{50B8129A-550A-4DCD-9E77-C2864DC3E209}" dt="2025-12-04T23:36:20.264" v="3849" actId="26606"/>
          <ac:spMkLst>
            <pc:docMk/>
            <pc:sldMk cId="297827644" sldId="259"/>
            <ac:spMk id="8" creationId="{B6CDA21F-E7AF-4C75-8395-33F58D5B0E45}"/>
          </ac:spMkLst>
        </pc:spChg>
        <pc:spChg chg="add del">
          <ac:chgData name="lishitarowjee@gmail.com" userId="07f49b259be8f6b3" providerId="LiveId" clId="{50B8129A-550A-4DCD-9E77-C2864DC3E209}" dt="2025-12-04T16:12:37.507" v="1115" actId="26606"/>
          <ac:spMkLst>
            <pc:docMk/>
            <pc:sldMk cId="297827644" sldId="259"/>
            <ac:spMk id="10" creationId="{D93394DA-E684-47C2-9020-13225823F40A}"/>
          </ac:spMkLst>
        </pc:spChg>
        <pc:spChg chg="add del">
          <ac:chgData name="lishitarowjee@gmail.com" userId="07f49b259be8f6b3" providerId="LiveId" clId="{50B8129A-550A-4DCD-9E77-C2864DC3E209}" dt="2025-12-04T23:36:20.264" v="3849" actId="26606"/>
          <ac:spMkLst>
            <pc:docMk/>
            <pc:sldMk cId="297827644" sldId="259"/>
            <ac:spMk id="15" creationId="{D5B0017B-2ECA-49AF-B397-DC140825DF8D}"/>
          </ac:spMkLst>
        </pc:spChg>
        <pc:spChg chg="add mod">
          <ac:chgData name="lishitarowjee@gmail.com" userId="07f49b259be8f6b3" providerId="LiveId" clId="{50B8129A-550A-4DCD-9E77-C2864DC3E209}" dt="2025-12-05T01:06:49.662" v="5816" actId="20577"/>
          <ac:spMkLst>
            <pc:docMk/>
            <pc:sldMk cId="297827644" sldId="259"/>
            <ac:spMk id="16" creationId="{005F418C-52B2-8928-46BF-C33A34C8E652}"/>
          </ac:spMkLst>
        </pc:spChg>
        <pc:spChg chg="add">
          <ac:chgData name="lishitarowjee@gmail.com" userId="07f49b259be8f6b3" providerId="LiveId" clId="{50B8129A-550A-4DCD-9E77-C2864DC3E209}" dt="2025-12-04T23:36:20.264" v="3849" actId="26606"/>
          <ac:spMkLst>
            <pc:docMk/>
            <pc:sldMk cId="297827644" sldId="259"/>
            <ac:spMk id="22" creationId="{09588DA8-065E-4F6F-8EFD-43104AB2E0CF}"/>
          </ac:spMkLst>
        </pc:spChg>
        <pc:spChg chg="add">
          <ac:chgData name="lishitarowjee@gmail.com" userId="07f49b259be8f6b3" providerId="LiveId" clId="{50B8129A-550A-4DCD-9E77-C2864DC3E209}" dt="2025-12-04T23:36:20.264" v="3849" actId="26606"/>
          <ac:spMkLst>
            <pc:docMk/>
            <pc:sldMk cId="297827644" sldId="259"/>
            <ac:spMk id="24" creationId="{C4285719-470E-454C-AF62-8323075F1F5B}"/>
          </ac:spMkLst>
        </pc:spChg>
        <pc:spChg chg="add">
          <ac:chgData name="lishitarowjee@gmail.com" userId="07f49b259be8f6b3" providerId="LiveId" clId="{50B8129A-550A-4DCD-9E77-C2864DC3E209}" dt="2025-12-04T23:36:20.264" v="3849" actId="26606"/>
          <ac:spMkLst>
            <pc:docMk/>
            <pc:sldMk cId="297827644" sldId="259"/>
            <ac:spMk id="26" creationId="{CD9FE4EF-C4D8-49A0-B2FF-81D8DB7D8A24}"/>
          </ac:spMkLst>
        </pc:spChg>
        <pc:spChg chg="add">
          <ac:chgData name="lishitarowjee@gmail.com" userId="07f49b259be8f6b3" providerId="LiveId" clId="{50B8129A-550A-4DCD-9E77-C2864DC3E209}" dt="2025-12-04T23:36:20.264" v="3849" actId="26606"/>
          <ac:spMkLst>
            <pc:docMk/>
            <pc:sldMk cId="297827644" sldId="259"/>
            <ac:spMk id="28" creationId="{4300840D-0A0B-4512-BACA-B439D5B9C57C}"/>
          </ac:spMkLst>
        </pc:spChg>
        <pc:spChg chg="add">
          <ac:chgData name="lishitarowjee@gmail.com" userId="07f49b259be8f6b3" providerId="LiveId" clId="{50B8129A-550A-4DCD-9E77-C2864DC3E209}" dt="2025-12-04T23:36:20.264" v="3849" actId="26606"/>
          <ac:spMkLst>
            <pc:docMk/>
            <pc:sldMk cId="297827644" sldId="259"/>
            <ac:spMk id="30" creationId="{D2B78728-A580-49A7-84F9-6EF6F583ADE0}"/>
          </ac:spMkLst>
        </pc:spChg>
        <pc:spChg chg="add">
          <ac:chgData name="lishitarowjee@gmail.com" userId="07f49b259be8f6b3" providerId="LiveId" clId="{50B8129A-550A-4DCD-9E77-C2864DC3E209}" dt="2025-12-04T23:36:20.264" v="3849" actId="26606"/>
          <ac:spMkLst>
            <pc:docMk/>
            <pc:sldMk cId="297827644" sldId="259"/>
            <ac:spMk id="34" creationId="{8D71EDA1-87BF-4D5D-AB79-F346FD19278A}"/>
          </ac:spMkLst>
        </pc:spChg>
        <pc:grpChg chg="add">
          <ac:chgData name="lishitarowjee@gmail.com" userId="07f49b259be8f6b3" providerId="LiveId" clId="{50B8129A-550A-4DCD-9E77-C2864DC3E209}" dt="2025-12-04T16:12:37.523" v="1116" actId="26606"/>
          <ac:grpSpMkLst>
            <pc:docMk/>
            <pc:sldMk cId="297827644" sldId="259"/>
            <ac:grpSpMk id="14" creationId="{AE1C45F0-260A-458C-96ED-C1F6D2151219}"/>
          </ac:grpSpMkLst>
        </pc:grpChg>
        <pc:graphicFrameChg chg="add del">
          <ac:chgData name="lishitarowjee@gmail.com" userId="07f49b259be8f6b3" providerId="LiveId" clId="{50B8129A-550A-4DCD-9E77-C2864DC3E209}" dt="2025-12-04T16:12:37.507" v="1115" actId="26606"/>
          <ac:graphicFrameMkLst>
            <pc:docMk/>
            <pc:sldMk cId="297827644" sldId="259"/>
            <ac:graphicFrameMk id="5" creationId="{E3DBB0B5-DFDC-CF5A-C034-DA30E7677BA5}"/>
          </ac:graphicFrameMkLst>
        </pc:graphicFrameChg>
        <pc:picChg chg="add del">
          <ac:chgData name="lishitarowjee@gmail.com" userId="07f49b259be8f6b3" providerId="LiveId" clId="{50B8129A-550A-4DCD-9E77-C2864DC3E209}" dt="2025-12-04T16:12:37.507" v="1115" actId="26606"/>
          <ac:picMkLst>
            <pc:docMk/>
            <pc:sldMk cId="297827644" sldId="259"/>
            <ac:picMk id="6" creationId="{D9A59A7C-EB23-632A-AB54-63DE28FAE3B9}"/>
          </ac:picMkLst>
        </pc:picChg>
        <pc:cxnChg chg="add">
          <ac:chgData name="lishitarowjee@gmail.com" userId="07f49b259be8f6b3" providerId="LiveId" clId="{50B8129A-550A-4DCD-9E77-C2864DC3E209}" dt="2025-12-04T16:12:37.523" v="1116" actId="26606"/>
          <ac:cxnSpMkLst>
            <pc:docMk/>
            <pc:sldMk cId="297827644" sldId="259"/>
            <ac:cxnSpMk id="17" creationId="{6CF1BAF6-AD41-4082-B212-8A1F9A2E8779}"/>
          </ac:cxnSpMkLst>
        </pc:cxnChg>
      </pc:sldChg>
      <pc:sldChg chg="addSp modSp new mod setBg">
        <pc:chgData name="lishitarowjee@gmail.com" userId="07f49b259be8f6b3" providerId="LiveId" clId="{50B8129A-550A-4DCD-9E77-C2864DC3E209}" dt="2025-12-04T18:33:14.571" v="1427" actId="113"/>
        <pc:sldMkLst>
          <pc:docMk/>
          <pc:sldMk cId="3751320426" sldId="260"/>
        </pc:sldMkLst>
        <pc:spChg chg="mod">
          <ac:chgData name="lishitarowjee@gmail.com" userId="07f49b259be8f6b3" providerId="LiveId" clId="{50B8129A-550A-4DCD-9E77-C2864DC3E209}" dt="2025-12-04T18:33:14.571" v="1427" actId="113"/>
          <ac:spMkLst>
            <pc:docMk/>
            <pc:sldMk cId="3751320426" sldId="260"/>
            <ac:spMk id="2" creationId="{F6872A69-9422-EE90-83BB-AFBCC04FFD42}"/>
          </ac:spMkLst>
        </pc:spChg>
        <pc:spChg chg="mod">
          <ac:chgData name="lishitarowjee@gmail.com" userId="07f49b259be8f6b3" providerId="LiveId" clId="{50B8129A-550A-4DCD-9E77-C2864DC3E209}" dt="2025-12-04T16:49:02.411" v="1332" actId="1076"/>
          <ac:spMkLst>
            <pc:docMk/>
            <pc:sldMk cId="3751320426" sldId="260"/>
            <ac:spMk id="3" creationId="{4A6EF2D8-1829-5B64-F616-C2A23EFAECB8}"/>
          </ac:spMkLst>
        </pc:spChg>
        <pc:spChg chg="add">
          <ac:chgData name="lishitarowjee@gmail.com" userId="07f49b259be8f6b3" providerId="LiveId" clId="{50B8129A-550A-4DCD-9E77-C2864DC3E209}" dt="2025-12-04T16:41:44.738" v="1245" actId="26606"/>
          <ac:spMkLst>
            <pc:docMk/>
            <pc:sldMk cId="3751320426" sldId="260"/>
            <ac:spMk id="8" creationId="{09588DA8-065E-4F6F-8EFD-43104AB2E0CF}"/>
          </ac:spMkLst>
        </pc:spChg>
        <pc:spChg chg="add">
          <ac:chgData name="lishitarowjee@gmail.com" userId="07f49b259be8f6b3" providerId="LiveId" clId="{50B8129A-550A-4DCD-9E77-C2864DC3E209}" dt="2025-12-04T16:41:44.738" v="1245" actId="26606"/>
          <ac:spMkLst>
            <pc:docMk/>
            <pc:sldMk cId="3751320426" sldId="260"/>
            <ac:spMk id="10" creationId="{C4285719-470E-454C-AF62-8323075F1F5B}"/>
          </ac:spMkLst>
        </pc:spChg>
        <pc:spChg chg="add">
          <ac:chgData name="lishitarowjee@gmail.com" userId="07f49b259be8f6b3" providerId="LiveId" clId="{50B8129A-550A-4DCD-9E77-C2864DC3E209}" dt="2025-12-04T16:41:44.738" v="1245" actId="26606"/>
          <ac:spMkLst>
            <pc:docMk/>
            <pc:sldMk cId="3751320426" sldId="260"/>
            <ac:spMk id="12" creationId="{CD9FE4EF-C4D8-49A0-B2FF-81D8DB7D8A24}"/>
          </ac:spMkLst>
        </pc:spChg>
        <pc:spChg chg="add">
          <ac:chgData name="lishitarowjee@gmail.com" userId="07f49b259be8f6b3" providerId="LiveId" clId="{50B8129A-550A-4DCD-9E77-C2864DC3E209}" dt="2025-12-04T16:41:44.738" v="1245" actId="26606"/>
          <ac:spMkLst>
            <pc:docMk/>
            <pc:sldMk cId="3751320426" sldId="260"/>
            <ac:spMk id="14" creationId="{4300840D-0A0B-4512-BACA-B439D5B9C57C}"/>
          </ac:spMkLst>
        </pc:spChg>
        <pc:spChg chg="add">
          <ac:chgData name="lishitarowjee@gmail.com" userId="07f49b259be8f6b3" providerId="LiveId" clId="{50B8129A-550A-4DCD-9E77-C2864DC3E209}" dt="2025-12-04T16:41:44.738" v="1245" actId="26606"/>
          <ac:spMkLst>
            <pc:docMk/>
            <pc:sldMk cId="3751320426" sldId="260"/>
            <ac:spMk id="16" creationId="{D2B78728-A580-49A7-84F9-6EF6F583ADE0}"/>
          </ac:spMkLst>
        </pc:spChg>
        <pc:spChg chg="add">
          <ac:chgData name="lishitarowjee@gmail.com" userId="07f49b259be8f6b3" providerId="LiveId" clId="{50B8129A-550A-4DCD-9E77-C2864DC3E209}" dt="2025-12-04T16:41:44.738" v="1245" actId="26606"/>
          <ac:spMkLst>
            <pc:docMk/>
            <pc:sldMk cId="3751320426" sldId="260"/>
            <ac:spMk id="18" creationId="{38FAA1A1-D861-433F-88FA-1E9D6FD31D11}"/>
          </ac:spMkLst>
        </pc:spChg>
        <pc:spChg chg="add">
          <ac:chgData name="lishitarowjee@gmail.com" userId="07f49b259be8f6b3" providerId="LiveId" clId="{50B8129A-550A-4DCD-9E77-C2864DC3E209}" dt="2025-12-04T16:41:44.738" v="1245" actId="26606"/>
          <ac:spMkLst>
            <pc:docMk/>
            <pc:sldMk cId="3751320426" sldId="260"/>
            <ac:spMk id="20" creationId="{8D71EDA1-87BF-4D5D-AB79-F346FD19278A}"/>
          </ac:spMkLst>
        </pc:spChg>
      </pc:sldChg>
      <pc:sldChg chg="addSp delSp modSp new mod setBg">
        <pc:chgData name="lishitarowjee@gmail.com" userId="07f49b259be8f6b3" providerId="LiveId" clId="{50B8129A-550A-4DCD-9E77-C2864DC3E209}" dt="2025-12-04T20:29:02.670" v="3296" actId="20577"/>
        <pc:sldMkLst>
          <pc:docMk/>
          <pc:sldMk cId="3479211246" sldId="261"/>
        </pc:sldMkLst>
        <pc:spChg chg="mod">
          <ac:chgData name="lishitarowjee@gmail.com" userId="07f49b259be8f6b3" providerId="LiveId" clId="{50B8129A-550A-4DCD-9E77-C2864DC3E209}" dt="2025-12-04T20:29:02.670" v="3296" actId="20577"/>
          <ac:spMkLst>
            <pc:docMk/>
            <pc:sldMk cId="3479211246" sldId="261"/>
            <ac:spMk id="2" creationId="{3B33B96F-DB4A-D050-047A-167544AC1855}"/>
          </ac:spMkLst>
        </pc:spChg>
        <pc:spChg chg="mod">
          <ac:chgData name="lishitarowjee@gmail.com" userId="07f49b259be8f6b3" providerId="LiveId" clId="{50B8129A-550A-4DCD-9E77-C2864DC3E209}" dt="2025-12-04T18:31:30.899" v="1420" actId="20577"/>
          <ac:spMkLst>
            <pc:docMk/>
            <pc:sldMk cId="3479211246" sldId="261"/>
            <ac:spMk id="3" creationId="{61CC9E10-D41C-431B-94EC-833A22AE8DBE}"/>
          </ac:spMkLst>
        </pc:spChg>
        <pc:spChg chg="add del">
          <ac:chgData name="lishitarowjee@gmail.com" userId="07f49b259be8f6b3" providerId="LiveId" clId="{50B8129A-550A-4DCD-9E77-C2864DC3E209}" dt="2025-12-04T18:30:45.508" v="1405" actId="26606"/>
          <ac:spMkLst>
            <pc:docMk/>
            <pc:sldMk cId="3479211246" sldId="261"/>
            <ac:spMk id="10" creationId="{2E17E911-875F-4DE5-8699-99D9F1805A5D}"/>
          </ac:spMkLst>
        </pc:spChg>
        <pc:spChg chg="add">
          <ac:chgData name="lishitarowjee@gmail.com" userId="07f49b259be8f6b3" providerId="LiveId" clId="{50B8129A-550A-4DCD-9E77-C2864DC3E209}" dt="2025-12-04T18:29:10.558" v="1399" actId="26606"/>
          <ac:spMkLst>
            <pc:docMk/>
            <pc:sldMk cId="3479211246" sldId="261"/>
            <ac:spMk id="12" creationId="{CD9FE4EF-C4D8-49A0-B2FF-81D8DB7D8A24}"/>
          </ac:spMkLst>
        </pc:spChg>
        <pc:spChg chg="add del">
          <ac:chgData name="lishitarowjee@gmail.com" userId="07f49b259be8f6b3" providerId="LiveId" clId="{50B8129A-550A-4DCD-9E77-C2864DC3E209}" dt="2025-12-04T18:30:45.508" v="1405" actId="26606"/>
          <ac:spMkLst>
            <pc:docMk/>
            <pc:sldMk cId="3479211246" sldId="261"/>
            <ac:spMk id="14" creationId="{4300840D-0A0B-4512-BACA-B439D5B9C57C}"/>
          </ac:spMkLst>
        </pc:spChg>
        <pc:spChg chg="add del">
          <ac:chgData name="lishitarowjee@gmail.com" userId="07f49b259be8f6b3" providerId="LiveId" clId="{50B8129A-550A-4DCD-9E77-C2864DC3E209}" dt="2025-12-04T18:30:45.508" v="1405" actId="26606"/>
          <ac:spMkLst>
            <pc:docMk/>
            <pc:sldMk cId="3479211246" sldId="261"/>
            <ac:spMk id="16" creationId="{D2B78728-A580-49A7-84F9-6EF6F583ADE0}"/>
          </ac:spMkLst>
        </pc:spChg>
        <pc:spChg chg="add del">
          <ac:chgData name="lishitarowjee@gmail.com" userId="07f49b259be8f6b3" providerId="LiveId" clId="{50B8129A-550A-4DCD-9E77-C2864DC3E209}" dt="2025-12-04T18:30:45.508" v="1405" actId="26606"/>
          <ac:spMkLst>
            <pc:docMk/>
            <pc:sldMk cId="3479211246" sldId="261"/>
            <ac:spMk id="18" creationId="{38FAA1A1-D861-433F-88FA-1E9D6FD31D11}"/>
          </ac:spMkLst>
        </pc:spChg>
        <pc:spChg chg="add del">
          <ac:chgData name="lishitarowjee@gmail.com" userId="07f49b259be8f6b3" providerId="LiveId" clId="{50B8129A-550A-4DCD-9E77-C2864DC3E209}" dt="2025-12-04T18:30:45.508" v="1405" actId="26606"/>
          <ac:spMkLst>
            <pc:docMk/>
            <pc:sldMk cId="3479211246" sldId="261"/>
            <ac:spMk id="20" creationId="{8D71EDA1-87BF-4D5D-AB79-F346FD19278A}"/>
          </ac:spMkLst>
        </pc:spChg>
        <pc:spChg chg="add">
          <ac:chgData name="lishitarowjee@gmail.com" userId="07f49b259be8f6b3" providerId="LiveId" clId="{50B8129A-550A-4DCD-9E77-C2864DC3E209}" dt="2025-12-04T18:30:45.508" v="1405" actId="26606"/>
          <ac:spMkLst>
            <pc:docMk/>
            <pc:sldMk cId="3479211246" sldId="261"/>
            <ac:spMk id="25" creationId="{2E17E911-875F-4DE5-8699-99D9F1805A5D}"/>
          </ac:spMkLst>
        </pc:spChg>
        <pc:spChg chg="add">
          <ac:chgData name="lishitarowjee@gmail.com" userId="07f49b259be8f6b3" providerId="LiveId" clId="{50B8129A-550A-4DCD-9E77-C2864DC3E209}" dt="2025-12-04T18:30:45.508" v="1405" actId="26606"/>
          <ac:spMkLst>
            <pc:docMk/>
            <pc:sldMk cId="3479211246" sldId="261"/>
            <ac:spMk id="31" creationId="{D2B78728-A580-49A7-84F9-6EF6F583ADE0}"/>
          </ac:spMkLst>
        </pc:spChg>
        <pc:spChg chg="add">
          <ac:chgData name="lishitarowjee@gmail.com" userId="07f49b259be8f6b3" providerId="LiveId" clId="{50B8129A-550A-4DCD-9E77-C2864DC3E209}" dt="2025-12-04T18:30:45.508" v="1405" actId="26606"/>
          <ac:spMkLst>
            <pc:docMk/>
            <pc:sldMk cId="3479211246" sldId="261"/>
            <ac:spMk id="33" creationId="{38FAA1A1-D861-433F-88FA-1E9D6FD31D11}"/>
          </ac:spMkLst>
        </pc:spChg>
        <pc:spChg chg="add">
          <ac:chgData name="lishitarowjee@gmail.com" userId="07f49b259be8f6b3" providerId="LiveId" clId="{50B8129A-550A-4DCD-9E77-C2864DC3E209}" dt="2025-12-04T18:30:45.508" v="1405" actId="26606"/>
          <ac:spMkLst>
            <pc:docMk/>
            <pc:sldMk cId="3479211246" sldId="261"/>
            <ac:spMk id="35" creationId="{8D71EDA1-87BF-4D5D-AB79-F346FD19278A}"/>
          </ac:spMkLst>
        </pc:spChg>
        <pc:picChg chg="add del mod">
          <ac:chgData name="lishitarowjee@gmail.com" userId="07f49b259be8f6b3" providerId="LiveId" clId="{50B8129A-550A-4DCD-9E77-C2864DC3E209}" dt="2025-12-04T18:30:18.148" v="1403" actId="478"/>
          <ac:picMkLst>
            <pc:docMk/>
            <pc:sldMk cId="3479211246" sldId="261"/>
            <ac:picMk id="5" creationId="{8BE05ABD-ECC1-F053-CB81-9E98FEF9D579}"/>
          </ac:picMkLst>
        </pc:picChg>
        <pc:picChg chg="add mod">
          <ac:chgData name="lishitarowjee@gmail.com" userId="07f49b259be8f6b3" providerId="LiveId" clId="{50B8129A-550A-4DCD-9E77-C2864DC3E209}" dt="2025-12-04T18:30:49.325" v="1406" actId="27614"/>
          <ac:picMkLst>
            <pc:docMk/>
            <pc:sldMk cId="3479211246" sldId="261"/>
            <ac:picMk id="7" creationId="{D607D68D-4B21-7FDA-BF5C-DE153B955DBC}"/>
          </ac:picMkLst>
        </pc:picChg>
      </pc:sldChg>
      <pc:sldChg chg="addSp delSp modSp new mod setBg modClrScheme chgLayout">
        <pc:chgData name="lishitarowjee@gmail.com" userId="07f49b259be8f6b3" providerId="LiveId" clId="{50B8129A-550A-4DCD-9E77-C2864DC3E209}" dt="2025-12-05T01:41:01.739" v="6337" actId="114"/>
        <pc:sldMkLst>
          <pc:docMk/>
          <pc:sldMk cId="1731264612" sldId="262"/>
        </pc:sldMkLst>
        <pc:spChg chg="mod ord">
          <ac:chgData name="lishitarowjee@gmail.com" userId="07f49b259be8f6b3" providerId="LiveId" clId="{50B8129A-550A-4DCD-9E77-C2864DC3E209}" dt="2025-12-05T01:41:01.739" v="6337" actId="114"/>
          <ac:spMkLst>
            <pc:docMk/>
            <pc:sldMk cId="1731264612" sldId="262"/>
            <ac:spMk id="2" creationId="{C9DB86C4-1502-5B98-001C-DEDF9DF12E8E}"/>
          </ac:spMkLst>
        </pc:spChg>
        <pc:spChg chg="del mod">
          <ac:chgData name="lishitarowjee@gmail.com" userId="07f49b259be8f6b3" providerId="LiveId" clId="{50B8129A-550A-4DCD-9E77-C2864DC3E209}" dt="2025-12-04T18:34:23.987" v="1430" actId="22"/>
          <ac:spMkLst>
            <pc:docMk/>
            <pc:sldMk cId="1731264612" sldId="262"/>
            <ac:spMk id="3" creationId="{F0DCA90D-85B2-0FDF-89C6-4309832B2772}"/>
          </ac:spMkLst>
        </pc:spChg>
        <pc:spChg chg="add mod ord">
          <ac:chgData name="lishitarowjee@gmail.com" userId="07f49b259be8f6b3" providerId="LiveId" clId="{50B8129A-550A-4DCD-9E77-C2864DC3E209}" dt="2025-12-05T01:00:41.115" v="5764" actId="20577"/>
          <ac:spMkLst>
            <pc:docMk/>
            <pc:sldMk cId="1731264612" sldId="262"/>
            <ac:spMk id="6" creationId="{3F45AC71-C031-3F75-D858-C05790C22B74}"/>
          </ac:spMkLst>
        </pc:spChg>
        <pc:spChg chg="add del">
          <ac:chgData name="lishitarowjee@gmail.com" userId="07f49b259be8f6b3" providerId="LiveId" clId="{50B8129A-550A-4DCD-9E77-C2864DC3E209}" dt="2025-12-04T19:18:13.877" v="2879" actId="26606"/>
          <ac:spMkLst>
            <pc:docMk/>
            <pc:sldMk cId="1731264612" sldId="262"/>
            <ac:spMk id="11" creationId="{C4285719-470E-454C-AF62-8323075F1F5B}"/>
          </ac:spMkLst>
        </pc:spChg>
        <pc:spChg chg="add del">
          <ac:chgData name="lishitarowjee@gmail.com" userId="07f49b259be8f6b3" providerId="LiveId" clId="{50B8129A-550A-4DCD-9E77-C2864DC3E209}" dt="2025-12-04T19:18:13.877" v="2879" actId="26606"/>
          <ac:spMkLst>
            <pc:docMk/>
            <pc:sldMk cId="1731264612" sldId="262"/>
            <ac:spMk id="13" creationId="{CD9FE4EF-C4D8-49A0-B2FF-81D8DB7D8A24}"/>
          </ac:spMkLst>
        </pc:spChg>
        <pc:spChg chg="add del">
          <ac:chgData name="lishitarowjee@gmail.com" userId="07f49b259be8f6b3" providerId="LiveId" clId="{50B8129A-550A-4DCD-9E77-C2864DC3E209}" dt="2025-12-04T19:18:13.877" v="2879" actId="26606"/>
          <ac:spMkLst>
            <pc:docMk/>
            <pc:sldMk cId="1731264612" sldId="262"/>
            <ac:spMk id="15" creationId="{4300840D-0A0B-4512-BACA-B439D5B9C57C}"/>
          </ac:spMkLst>
        </pc:spChg>
        <pc:spChg chg="add del">
          <ac:chgData name="lishitarowjee@gmail.com" userId="07f49b259be8f6b3" providerId="LiveId" clId="{50B8129A-550A-4DCD-9E77-C2864DC3E209}" dt="2025-12-04T19:18:13.877" v="2879" actId="26606"/>
          <ac:spMkLst>
            <pc:docMk/>
            <pc:sldMk cId="1731264612" sldId="262"/>
            <ac:spMk id="17" creationId="{D2B78728-A580-49A7-84F9-6EF6F583ADE0}"/>
          </ac:spMkLst>
        </pc:spChg>
        <pc:spChg chg="add del">
          <ac:chgData name="lishitarowjee@gmail.com" userId="07f49b259be8f6b3" providerId="LiveId" clId="{50B8129A-550A-4DCD-9E77-C2864DC3E209}" dt="2025-12-04T19:18:13.877" v="2879" actId="26606"/>
          <ac:spMkLst>
            <pc:docMk/>
            <pc:sldMk cId="1731264612" sldId="262"/>
            <ac:spMk id="19" creationId="{38FAA1A1-D861-433F-88FA-1E9D6FD31D11}"/>
          </ac:spMkLst>
        </pc:spChg>
        <pc:spChg chg="add del">
          <ac:chgData name="lishitarowjee@gmail.com" userId="07f49b259be8f6b3" providerId="LiveId" clId="{50B8129A-550A-4DCD-9E77-C2864DC3E209}" dt="2025-12-04T19:18:13.877" v="2879" actId="26606"/>
          <ac:spMkLst>
            <pc:docMk/>
            <pc:sldMk cId="1731264612" sldId="262"/>
            <ac:spMk id="21" creationId="{8D71EDA1-87BF-4D5D-AB79-F346FD19278A}"/>
          </ac:spMkLst>
        </pc:spChg>
        <pc:spChg chg="add del">
          <ac:chgData name="lishitarowjee@gmail.com" userId="07f49b259be8f6b3" providerId="LiveId" clId="{50B8129A-550A-4DCD-9E77-C2864DC3E209}" dt="2025-12-04T19:18:36.416" v="2883" actId="26606"/>
          <ac:spMkLst>
            <pc:docMk/>
            <pc:sldMk cId="1731264612" sldId="262"/>
            <ac:spMk id="23" creationId="{2E17E911-875F-4DE5-8699-99D9F1805A5D}"/>
          </ac:spMkLst>
        </pc:spChg>
        <pc:spChg chg="add del">
          <ac:chgData name="lishitarowjee@gmail.com" userId="07f49b259be8f6b3" providerId="LiveId" clId="{50B8129A-550A-4DCD-9E77-C2864DC3E209}" dt="2025-12-04T19:18:36.416" v="2883" actId="26606"/>
          <ac:spMkLst>
            <pc:docMk/>
            <pc:sldMk cId="1731264612" sldId="262"/>
            <ac:spMk id="24" creationId="{CD9FE4EF-C4D8-49A0-B2FF-81D8DB7D8A24}"/>
          </ac:spMkLst>
        </pc:spChg>
        <pc:spChg chg="add del">
          <ac:chgData name="lishitarowjee@gmail.com" userId="07f49b259be8f6b3" providerId="LiveId" clId="{50B8129A-550A-4DCD-9E77-C2864DC3E209}" dt="2025-12-04T19:18:36.416" v="2883" actId="26606"/>
          <ac:spMkLst>
            <pc:docMk/>
            <pc:sldMk cId="1731264612" sldId="262"/>
            <ac:spMk id="25" creationId="{4300840D-0A0B-4512-BACA-B439D5B9C57C}"/>
          </ac:spMkLst>
        </pc:spChg>
        <pc:spChg chg="add del">
          <ac:chgData name="lishitarowjee@gmail.com" userId="07f49b259be8f6b3" providerId="LiveId" clId="{50B8129A-550A-4DCD-9E77-C2864DC3E209}" dt="2025-12-04T19:18:36.416" v="2883" actId="26606"/>
          <ac:spMkLst>
            <pc:docMk/>
            <pc:sldMk cId="1731264612" sldId="262"/>
            <ac:spMk id="26" creationId="{D2B78728-A580-49A7-84F9-6EF6F583ADE0}"/>
          </ac:spMkLst>
        </pc:spChg>
        <pc:spChg chg="add del">
          <ac:chgData name="lishitarowjee@gmail.com" userId="07f49b259be8f6b3" providerId="LiveId" clId="{50B8129A-550A-4DCD-9E77-C2864DC3E209}" dt="2025-12-04T19:18:36.416" v="2883" actId="26606"/>
          <ac:spMkLst>
            <pc:docMk/>
            <pc:sldMk cId="1731264612" sldId="262"/>
            <ac:spMk id="27" creationId="{38FAA1A1-D861-433F-88FA-1E9D6FD31D11}"/>
          </ac:spMkLst>
        </pc:spChg>
        <pc:spChg chg="add del">
          <ac:chgData name="lishitarowjee@gmail.com" userId="07f49b259be8f6b3" providerId="LiveId" clId="{50B8129A-550A-4DCD-9E77-C2864DC3E209}" dt="2025-12-04T19:18:36.416" v="2883" actId="26606"/>
          <ac:spMkLst>
            <pc:docMk/>
            <pc:sldMk cId="1731264612" sldId="262"/>
            <ac:spMk id="28" creationId="{8D71EDA1-87BF-4D5D-AB79-F346FD19278A}"/>
          </ac:spMkLst>
        </pc:spChg>
        <pc:picChg chg="add mod ord">
          <ac:chgData name="lishitarowjee@gmail.com" userId="07f49b259be8f6b3" providerId="LiveId" clId="{50B8129A-550A-4DCD-9E77-C2864DC3E209}" dt="2025-12-04T19:18:36.416" v="2883" actId="26606"/>
          <ac:picMkLst>
            <pc:docMk/>
            <pc:sldMk cId="1731264612" sldId="262"/>
            <ac:picMk id="5" creationId="{260699FF-FE91-1FDC-F245-A8DAA4DB3ECF}"/>
          </ac:picMkLst>
        </pc:picChg>
      </pc:sldChg>
      <pc:sldChg chg="addSp delSp modSp new mod modClrScheme chgLayout">
        <pc:chgData name="lishitarowjee@gmail.com" userId="07f49b259be8f6b3" providerId="LiveId" clId="{50B8129A-550A-4DCD-9E77-C2864DC3E209}" dt="2025-12-04T22:52:04.282" v="3367" actId="20577"/>
        <pc:sldMkLst>
          <pc:docMk/>
          <pc:sldMk cId="3825748449" sldId="263"/>
        </pc:sldMkLst>
        <pc:spChg chg="mod ord">
          <ac:chgData name="lishitarowjee@gmail.com" userId="07f49b259be8f6b3" providerId="LiveId" clId="{50B8129A-550A-4DCD-9E77-C2864DC3E209}" dt="2025-12-04T20:18:43.653" v="3142" actId="20577"/>
          <ac:spMkLst>
            <pc:docMk/>
            <pc:sldMk cId="3825748449" sldId="263"/>
            <ac:spMk id="2" creationId="{53FA432D-DB28-8A65-CA3F-5121FEC5244E}"/>
          </ac:spMkLst>
        </pc:spChg>
        <pc:spChg chg="del">
          <ac:chgData name="lishitarowjee@gmail.com" userId="07f49b259be8f6b3" providerId="LiveId" clId="{50B8129A-550A-4DCD-9E77-C2864DC3E209}" dt="2025-12-04T18:40:20.348" v="1431" actId="22"/>
          <ac:spMkLst>
            <pc:docMk/>
            <pc:sldMk cId="3825748449" sldId="263"/>
            <ac:spMk id="3" creationId="{0B82E946-6B54-0E66-6971-998654413F95}"/>
          </ac:spMkLst>
        </pc:spChg>
        <pc:spChg chg="add mod ord">
          <ac:chgData name="lishitarowjee@gmail.com" userId="07f49b259be8f6b3" providerId="LiveId" clId="{50B8129A-550A-4DCD-9E77-C2864DC3E209}" dt="2025-12-04T22:52:04.282" v="3367" actId="20577"/>
          <ac:spMkLst>
            <pc:docMk/>
            <pc:sldMk cId="3825748449" sldId="263"/>
            <ac:spMk id="6" creationId="{88B99BAB-332C-22CF-F538-0357132BF017}"/>
          </ac:spMkLst>
        </pc:spChg>
        <pc:picChg chg="add mod ord">
          <ac:chgData name="lishitarowjee@gmail.com" userId="07f49b259be8f6b3" providerId="LiveId" clId="{50B8129A-550A-4DCD-9E77-C2864DC3E209}" dt="2025-12-04T19:29:13.673" v="2953" actId="14100"/>
          <ac:picMkLst>
            <pc:docMk/>
            <pc:sldMk cId="3825748449" sldId="263"/>
            <ac:picMk id="5" creationId="{227AB230-BDBE-B885-9FF2-D28649F383F1}"/>
          </ac:picMkLst>
        </pc:picChg>
      </pc:sldChg>
      <pc:sldChg chg="addSp delSp modSp new mod modClrScheme chgLayout">
        <pc:chgData name="lishitarowjee@gmail.com" userId="07f49b259be8f6b3" providerId="LiveId" clId="{50B8129A-550A-4DCD-9E77-C2864DC3E209}" dt="2025-12-05T01:42:36.917" v="6338" actId="255"/>
        <pc:sldMkLst>
          <pc:docMk/>
          <pc:sldMk cId="3889226948" sldId="264"/>
        </pc:sldMkLst>
        <pc:spChg chg="mod ord">
          <ac:chgData name="lishitarowjee@gmail.com" userId="07f49b259be8f6b3" providerId="LiveId" clId="{50B8129A-550A-4DCD-9E77-C2864DC3E209}" dt="2025-12-05T01:42:36.917" v="6338" actId="255"/>
          <ac:spMkLst>
            <pc:docMk/>
            <pc:sldMk cId="3889226948" sldId="264"/>
            <ac:spMk id="2" creationId="{504BAB86-6DC3-4010-2D4D-F4B3E2C961F3}"/>
          </ac:spMkLst>
        </pc:spChg>
        <pc:spChg chg="del mod">
          <ac:chgData name="lishitarowjee@gmail.com" userId="07f49b259be8f6b3" providerId="LiveId" clId="{50B8129A-550A-4DCD-9E77-C2864DC3E209}" dt="2025-12-04T18:40:44.988" v="1433" actId="22"/>
          <ac:spMkLst>
            <pc:docMk/>
            <pc:sldMk cId="3889226948" sldId="264"/>
            <ac:spMk id="3" creationId="{0E5532E4-FF84-5A52-4D31-C6D8DBF81786}"/>
          </ac:spMkLst>
        </pc:spChg>
        <pc:spChg chg="add mod ord">
          <ac:chgData name="lishitarowjee@gmail.com" userId="07f49b259be8f6b3" providerId="LiveId" clId="{50B8129A-550A-4DCD-9E77-C2864DC3E209}" dt="2025-12-04T20:29:28.536" v="3304" actId="20577"/>
          <ac:spMkLst>
            <pc:docMk/>
            <pc:sldMk cId="3889226948" sldId="264"/>
            <ac:spMk id="6" creationId="{6DCCF93B-FF1A-9849-8ABC-387E07D16512}"/>
          </ac:spMkLst>
        </pc:spChg>
        <pc:picChg chg="add mod ord">
          <ac:chgData name="lishitarowjee@gmail.com" userId="07f49b259be8f6b3" providerId="LiveId" clId="{50B8129A-550A-4DCD-9E77-C2864DC3E209}" dt="2025-12-04T20:25:42.458" v="3196" actId="14100"/>
          <ac:picMkLst>
            <pc:docMk/>
            <pc:sldMk cId="3889226948" sldId="264"/>
            <ac:picMk id="5" creationId="{D327ADA5-2D3F-B105-D2CD-12433DA815CE}"/>
          </ac:picMkLst>
        </pc:picChg>
      </pc:sldChg>
      <pc:sldChg chg="addSp delSp modSp new mod modClrScheme chgLayout">
        <pc:chgData name="lishitarowjee@gmail.com" userId="07f49b259be8f6b3" providerId="LiveId" clId="{50B8129A-550A-4DCD-9E77-C2864DC3E209}" dt="2025-12-05T01:07:56.741" v="5820" actId="12"/>
        <pc:sldMkLst>
          <pc:docMk/>
          <pc:sldMk cId="178866160" sldId="265"/>
        </pc:sldMkLst>
        <pc:spChg chg="mod ord">
          <ac:chgData name="lishitarowjee@gmail.com" userId="07f49b259be8f6b3" providerId="LiveId" clId="{50B8129A-550A-4DCD-9E77-C2864DC3E209}" dt="2025-12-05T00:05:46.971" v="4787" actId="255"/>
          <ac:spMkLst>
            <pc:docMk/>
            <pc:sldMk cId="178866160" sldId="265"/>
            <ac:spMk id="2" creationId="{AA233CF6-6682-F349-72ED-3376EFE0753C}"/>
          </ac:spMkLst>
        </pc:spChg>
        <pc:spChg chg="del mod">
          <ac:chgData name="lishitarowjee@gmail.com" userId="07f49b259be8f6b3" providerId="LiveId" clId="{50B8129A-550A-4DCD-9E77-C2864DC3E209}" dt="2025-12-04T18:41:21.150" v="1435" actId="22"/>
          <ac:spMkLst>
            <pc:docMk/>
            <pc:sldMk cId="178866160" sldId="265"/>
            <ac:spMk id="3" creationId="{0F3A6984-F7F4-1E78-DF9D-A44F21623DCF}"/>
          </ac:spMkLst>
        </pc:spChg>
        <pc:spChg chg="add mod ord">
          <ac:chgData name="lishitarowjee@gmail.com" userId="07f49b259be8f6b3" providerId="LiveId" clId="{50B8129A-550A-4DCD-9E77-C2864DC3E209}" dt="2025-12-05T01:07:56.741" v="5820" actId="12"/>
          <ac:spMkLst>
            <pc:docMk/>
            <pc:sldMk cId="178866160" sldId="265"/>
            <ac:spMk id="6" creationId="{A19C0C0B-7A0C-E51B-4000-68460456ADD5}"/>
          </ac:spMkLst>
        </pc:spChg>
        <pc:picChg chg="add mod ord">
          <ac:chgData name="lishitarowjee@gmail.com" userId="07f49b259be8f6b3" providerId="LiveId" clId="{50B8129A-550A-4DCD-9E77-C2864DC3E209}" dt="2025-12-05T00:05:56.623" v="4788" actId="14100"/>
          <ac:picMkLst>
            <pc:docMk/>
            <pc:sldMk cId="178866160" sldId="265"/>
            <ac:picMk id="5" creationId="{1697E541-CE1D-A44E-3BF5-986CD3602455}"/>
          </ac:picMkLst>
        </pc:picChg>
      </pc:sldChg>
      <pc:sldChg chg="addSp delSp modSp new mod ord">
        <pc:chgData name="lishitarowjee@gmail.com" userId="07f49b259be8f6b3" providerId="LiveId" clId="{50B8129A-550A-4DCD-9E77-C2864DC3E209}" dt="2025-12-05T00:46:24.479" v="5747"/>
        <pc:sldMkLst>
          <pc:docMk/>
          <pc:sldMk cId="123653904" sldId="266"/>
        </pc:sldMkLst>
        <pc:spChg chg="mod">
          <ac:chgData name="lishitarowjee@gmail.com" userId="07f49b259be8f6b3" providerId="LiveId" clId="{50B8129A-550A-4DCD-9E77-C2864DC3E209}" dt="2025-12-04T18:54:15.119" v="1565" actId="122"/>
          <ac:spMkLst>
            <pc:docMk/>
            <pc:sldMk cId="123653904" sldId="266"/>
            <ac:spMk id="2" creationId="{E68C1735-C4F8-BC2B-9D63-A4535A939FA8}"/>
          </ac:spMkLst>
        </pc:spChg>
        <pc:spChg chg="add del mod">
          <ac:chgData name="lishitarowjee@gmail.com" userId="07f49b259be8f6b3" providerId="LiveId" clId="{50B8129A-550A-4DCD-9E77-C2864DC3E209}" dt="2025-12-04T22:57:24.431" v="3378" actId="3680"/>
          <ac:spMkLst>
            <pc:docMk/>
            <pc:sldMk cId="123653904" sldId="266"/>
            <ac:spMk id="3" creationId="{5893789E-014C-6166-09EE-07877A24750B}"/>
          </ac:spMkLst>
        </pc:spChg>
        <pc:spChg chg="add mod">
          <ac:chgData name="lishitarowjee@gmail.com" userId="07f49b259be8f6b3" providerId="LiveId" clId="{50B8129A-550A-4DCD-9E77-C2864DC3E209}" dt="2025-12-04T22:56:44.689" v="3374" actId="20577"/>
          <ac:spMkLst>
            <pc:docMk/>
            <pc:sldMk cId="123653904" sldId="266"/>
            <ac:spMk id="5" creationId="{79F011F1-F3A5-DCF7-5440-ACF77F136F2B}"/>
          </ac:spMkLst>
        </pc:spChg>
        <pc:spChg chg="add mod">
          <ac:chgData name="lishitarowjee@gmail.com" userId="07f49b259be8f6b3" providerId="LiveId" clId="{50B8129A-550A-4DCD-9E77-C2864DC3E209}" dt="2025-12-04T23:03:56.965" v="3503" actId="1076"/>
          <ac:spMkLst>
            <pc:docMk/>
            <pc:sldMk cId="123653904" sldId="266"/>
            <ac:spMk id="8" creationId="{D3ED940F-EA30-C22F-9764-48F08EE01167}"/>
          </ac:spMkLst>
        </pc:spChg>
        <pc:graphicFrameChg chg="add mod">
          <ac:chgData name="lishitarowjee@gmail.com" userId="07f49b259be8f6b3" providerId="LiveId" clId="{50B8129A-550A-4DCD-9E77-C2864DC3E209}" dt="2025-12-04T22:56:45.404" v="3375"/>
          <ac:graphicFrameMkLst>
            <pc:docMk/>
            <pc:sldMk cId="123653904" sldId="266"/>
            <ac:graphicFrameMk id="4" creationId="{A82524B6-6EA7-6E60-9D9C-5FC0B7BBBD35}"/>
          </ac:graphicFrameMkLst>
        </pc:graphicFrameChg>
        <pc:graphicFrameChg chg="add del mod ord modGraphic">
          <ac:chgData name="lishitarowjee@gmail.com" userId="07f49b259be8f6b3" providerId="LiveId" clId="{50B8129A-550A-4DCD-9E77-C2864DC3E209}" dt="2025-12-04T22:57:17.340" v="3377" actId="3680"/>
          <ac:graphicFrameMkLst>
            <pc:docMk/>
            <pc:sldMk cId="123653904" sldId="266"/>
            <ac:graphicFrameMk id="6" creationId="{AAE843A6-C8CA-7F51-EDFA-66AF1542C1BF}"/>
          </ac:graphicFrameMkLst>
        </pc:graphicFrameChg>
        <pc:graphicFrameChg chg="add mod ord modGraphic">
          <ac:chgData name="lishitarowjee@gmail.com" userId="07f49b259be8f6b3" providerId="LiveId" clId="{50B8129A-550A-4DCD-9E77-C2864DC3E209}" dt="2025-12-04T23:04:05.238" v="3504" actId="255"/>
          <ac:graphicFrameMkLst>
            <pc:docMk/>
            <pc:sldMk cId="123653904" sldId="266"/>
            <ac:graphicFrameMk id="7" creationId="{87D70483-A3EE-DAA5-D151-AE1C9A85FD76}"/>
          </ac:graphicFrameMkLst>
        </pc:graphicFrameChg>
      </pc:sldChg>
      <pc:sldChg chg="addSp delSp modSp new mod modClrScheme chgLayout">
        <pc:chgData name="lishitarowjee@gmail.com" userId="07f49b259be8f6b3" providerId="LiveId" clId="{50B8129A-550A-4DCD-9E77-C2864DC3E209}" dt="2025-12-04T22:46:04.533" v="3337" actId="1076"/>
        <pc:sldMkLst>
          <pc:docMk/>
          <pc:sldMk cId="3217606918" sldId="267"/>
        </pc:sldMkLst>
        <pc:spChg chg="mod ord">
          <ac:chgData name="lishitarowjee@gmail.com" userId="07f49b259be8f6b3" providerId="LiveId" clId="{50B8129A-550A-4DCD-9E77-C2864DC3E209}" dt="2025-12-04T22:45:57.067" v="3336" actId="113"/>
          <ac:spMkLst>
            <pc:docMk/>
            <pc:sldMk cId="3217606918" sldId="267"/>
            <ac:spMk id="2" creationId="{F6F105F6-825C-EE1F-4F97-B5BA98364B00}"/>
          </ac:spMkLst>
        </pc:spChg>
        <pc:spChg chg="del mod">
          <ac:chgData name="lishitarowjee@gmail.com" userId="07f49b259be8f6b3" providerId="LiveId" clId="{50B8129A-550A-4DCD-9E77-C2864DC3E209}" dt="2025-12-04T18:44:21.205" v="1437" actId="22"/>
          <ac:spMkLst>
            <pc:docMk/>
            <pc:sldMk cId="3217606918" sldId="267"/>
            <ac:spMk id="3" creationId="{01F7900C-87A1-2571-5E61-FCAEE583AD58}"/>
          </ac:spMkLst>
        </pc:spChg>
        <pc:spChg chg="add del mod ord">
          <ac:chgData name="lishitarowjee@gmail.com" userId="07f49b259be8f6b3" providerId="LiveId" clId="{50B8129A-550A-4DCD-9E77-C2864DC3E209}" dt="2025-12-04T20:09:16.958" v="3101" actId="20577"/>
          <ac:spMkLst>
            <pc:docMk/>
            <pc:sldMk cId="3217606918" sldId="267"/>
            <ac:spMk id="6" creationId="{AA4D7CF8-3A4B-6721-1D5F-AB74BFEDCFE7}"/>
          </ac:spMkLst>
        </pc:spChg>
        <pc:spChg chg="add mod">
          <ac:chgData name="lishitarowjee@gmail.com" userId="07f49b259be8f6b3" providerId="LiveId" clId="{50B8129A-550A-4DCD-9E77-C2864DC3E209}" dt="2025-12-04T20:02:33.512" v="3005"/>
          <ac:spMkLst>
            <pc:docMk/>
            <pc:sldMk cId="3217606918" sldId="267"/>
            <ac:spMk id="7" creationId="{C55FDCD3-7DB8-6F66-FC30-67D69C7D3AC7}"/>
          </ac:spMkLst>
        </pc:spChg>
        <pc:picChg chg="add mod ord">
          <ac:chgData name="lishitarowjee@gmail.com" userId="07f49b259be8f6b3" providerId="LiveId" clId="{50B8129A-550A-4DCD-9E77-C2864DC3E209}" dt="2025-12-04T22:46:04.533" v="3337" actId="1076"/>
          <ac:picMkLst>
            <pc:docMk/>
            <pc:sldMk cId="3217606918" sldId="267"/>
            <ac:picMk id="5" creationId="{70F25DD3-B52E-AA3E-3029-A1171E2DE280}"/>
          </ac:picMkLst>
        </pc:picChg>
      </pc:sldChg>
      <pc:sldChg chg="addSp delSp modSp new mod setBg modClrScheme chgLayout">
        <pc:chgData name="lishitarowjee@gmail.com" userId="07f49b259be8f6b3" providerId="LiveId" clId="{50B8129A-550A-4DCD-9E77-C2864DC3E209}" dt="2025-12-04T23:27:10.214" v="3758" actId="1076"/>
        <pc:sldMkLst>
          <pc:docMk/>
          <pc:sldMk cId="1246247836" sldId="268"/>
        </pc:sldMkLst>
        <pc:spChg chg="mod ord">
          <ac:chgData name="lishitarowjee@gmail.com" userId="07f49b259be8f6b3" providerId="LiveId" clId="{50B8129A-550A-4DCD-9E77-C2864DC3E209}" dt="2025-12-04T22:42:27.306" v="3305" actId="700"/>
          <ac:spMkLst>
            <pc:docMk/>
            <pc:sldMk cId="1246247836" sldId="268"/>
            <ac:spMk id="2" creationId="{3096B862-7F27-D1FC-D2DB-909317313FFC}"/>
          </ac:spMkLst>
        </pc:spChg>
        <pc:spChg chg="del mod">
          <ac:chgData name="lishitarowjee@gmail.com" userId="07f49b259be8f6b3" providerId="LiveId" clId="{50B8129A-550A-4DCD-9E77-C2864DC3E209}" dt="2025-12-04T18:47:29.874" v="1478" actId="22"/>
          <ac:spMkLst>
            <pc:docMk/>
            <pc:sldMk cId="1246247836" sldId="268"/>
            <ac:spMk id="3" creationId="{1BFC9E27-80AA-5AF2-D0A2-6E54850691F9}"/>
          </ac:spMkLst>
        </pc:spChg>
        <pc:spChg chg="add mod ord">
          <ac:chgData name="lishitarowjee@gmail.com" userId="07f49b259be8f6b3" providerId="LiveId" clId="{50B8129A-550A-4DCD-9E77-C2864DC3E209}" dt="2025-12-04T23:26:59.608" v="3756" actId="20577"/>
          <ac:spMkLst>
            <pc:docMk/>
            <pc:sldMk cId="1246247836" sldId="268"/>
            <ac:spMk id="3" creationId="{7F039254-93A5-9461-A969-F6D9EDFCD209}"/>
          </ac:spMkLst>
        </pc:spChg>
        <pc:spChg chg="add del mod">
          <ac:chgData name="lishitarowjee@gmail.com" userId="07f49b259be8f6b3" providerId="LiveId" clId="{50B8129A-550A-4DCD-9E77-C2864DC3E209}" dt="2025-12-04T18:57:34.635" v="1849" actId="22"/>
          <ac:spMkLst>
            <pc:docMk/>
            <pc:sldMk cId="1246247836" sldId="268"/>
            <ac:spMk id="7" creationId="{319E8420-8974-D5EB-20B7-E902DA050D64}"/>
          </ac:spMkLst>
        </pc:spChg>
        <pc:spChg chg="add del">
          <ac:chgData name="lishitarowjee@gmail.com" userId="07f49b259be8f6b3" providerId="LiveId" clId="{50B8129A-550A-4DCD-9E77-C2864DC3E209}" dt="2025-12-04T18:49:46.493" v="1510" actId="26606"/>
          <ac:spMkLst>
            <pc:docMk/>
            <pc:sldMk cId="1246247836" sldId="268"/>
            <ac:spMk id="10" creationId="{A8384FB5-9ADC-4DDC-881B-597D56F5B15D}"/>
          </ac:spMkLst>
        </pc:spChg>
        <pc:spChg chg="add del">
          <ac:chgData name="lishitarowjee@gmail.com" userId="07f49b259be8f6b3" providerId="LiveId" clId="{50B8129A-550A-4DCD-9E77-C2864DC3E209}" dt="2025-12-04T18:49:46.493" v="1510" actId="26606"/>
          <ac:spMkLst>
            <pc:docMk/>
            <pc:sldMk cId="1246247836" sldId="268"/>
            <ac:spMk id="12" creationId="{1199E1B1-A8C0-4FE8-A5A8-1CB41D69F857}"/>
          </ac:spMkLst>
        </pc:spChg>
        <pc:spChg chg="add del">
          <ac:chgData name="lishitarowjee@gmail.com" userId="07f49b259be8f6b3" providerId="LiveId" clId="{50B8129A-550A-4DCD-9E77-C2864DC3E209}" dt="2025-12-04T18:49:46.493" v="1510" actId="26606"/>
          <ac:spMkLst>
            <pc:docMk/>
            <pc:sldMk cId="1246247836" sldId="268"/>
            <ac:spMk id="14" creationId="{84A8DE83-DE75-4B41-9DB4-A7EC0B0DEC0B}"/>
          </ac:spMkLst>
        </pc:spChg>
        <pc:spChg chg="add del">
          <ac:chgData name="lishitarowjee@gmail.com" userId="07f49b259be8f6b3" providerId="LiveId" clId="{50B8129A-550A-4DCD-9E77-C2864DC3E209}" dt="2025-12-04T18:49:46.493" v="1510" actId="26606"/>
          <ac:spMkLst>
            <pc:docMk/>
            <pc:sldMk cId="1246247836" sldId="268"/>
            <ac:spMk id="16" creationId="{A7009A0A-BEF5-4EAC-AF15-E4F9F002E239}"/>
          </ac:spMkLst>
        </pc:spChg>
        <pc:picChg chg="add del mod">
          <ac:chgData name="lishitarowjee@gmail.com" userId="07f49b259be8f6b3" providerId="LiveId" clId="{50B8129A-550A-4DCD-9E77-C2864DC3E209}" dt="2025-12-04T23:21:14.770" v="3701" actId="478"/>
          <ac:picMkLst>
            <pc:docMk/>
            <pc:sldMk cId="1246247836" sldId="268"/>
            <ac:picMk id="4" creationId="{996E619D-FF7A-C2E7-8993-98C2BB3A9866}"/>
          </ac:picMkLst>
        </pc:picChg>
        <pc:picChg chg="add del mod ord">
          <ac:chgData name="lishitarowjee@gmail.com" userId="07f49b259be8f6b3" providerId="LiveId" clId="{50B8129A-550A-4DCD-9E77-C2864DC3E209}" dt="2025-12-04T18:52:44.235" v="1521" actId="478"/>
          <ac:picMkLst>
            <pc:docMk/>
            <pc:sldMk cId="1246247836" sldId="268"/>
            <ac:picMk id="5" creationId="{5A137308-B5E4-88CA-0AD0-41D04FAE0B75}"/>
          </ac:picMkLst>
        </pc:picChg>
        <pc:picChg chg="add mod">
          <ac:chgData name="lishitarowjee@gmail.com" userId="07f49b259be8f6b3" providerId="LiveId" clId="{50B8129A-550A-4DCD-9E77-C2864DC3E209}" dt="2025-12-04T23:27:10.214" v="3758" actId="1076"/>
          <ac:picMkLst>
            <pc:docMk/>
            <pc:sldMk cId="1246247836" sldId="268"/>
            <ac:picMk id="5" creationId="{91E3AF89-E4F5-C492-770B-C0ED81BF0BC3}"/>
          </ac:picMkLst>
        </pc:picChg>
        <pc:picChg chg="add mod ord">
          <ac:chgData name="lishitarowjee@gmail.com" userId="07f49b259be8f6b3" providerId="LiveId" clId="{50B8129A-550A-4DCD-9E77-C2864DC3E209}" dt="2025-12-04T22:42:39.565" v="3307" actId="14100"/>
          <ac:picMkLst>
            <pc:docMk/>
            <pc:sldMk cId="1246247836" sldId="268"/>
            <ac:picMk id="9" creationId="{7FBD3FC7-A99C-F27A-58B7-323550AC75A4}"/>
          </ac:picMkLst>
        </pc:picChg>
      </pc:sldChg>
      <pc:sldChg chg="addSp delSp modSp new mod setBg">
        <pc:chgData name="lishitarowjee@gmail.com" userId="07f49b259be8f6b3" providerId="LiveId" clId="{50B8129A-550A-4DCD-9E77-C2864DC3E209}" dt="2025-12-05T01:09:22.785" v="5861" actId="20577"/>
        <pc:sldMkLst>
          <pc:docMk/>
          <pc:sldMk cId="3025504612" sldId="269"/>
        </pc:sldMkLst>
        <pc:spChg chg="mod">
          <ac:chgData name="lishitarowjee@gmail.com" userId="07f49b259be8f6b3" providerId="LiveId" clId="{50B8129A-550A-4DCD-9E77-C2864DC3E209}" dt="2025-12-04T23:35:45.018" v="3848" actId="1076"/>
          <ac:spMkLst>
            <pc:docMk/>
            <pc:sldMk cId="3025504612" sldId="269"/>
            <ac:spMk id="2" creationId="{8776BC40-9E8E-F3C1-639B-788F88717392}"/>
          </ac:spMkLst>
        </pc:spChg>
        <pc:spChg chg="del mod">
          <ac:chgData name="lishitarowjee@gmail.com" userId="07f49b259be8f6b3" providerId="LiveId" clId="{50B8129A-550A-4DCD-9E77-C2864DC3E209}" dt="2025-12-04T18:52:56.746" v="1562" actId="22"/>
          <ac:spMkLst>
            <pc:docMk/>
            <pc:sldMk cId="3025504612" sldId="269"/>
            <ac:spMk id="3" creationId="{AF748D56-38CD-C6AC-42DE-E56765310B2F}"/>
          </ac:spMkLst>
        </pc:spChg>
        <pc:spChg chg="add mod">
          <ac:chgData name="lishitarowjee@gmail.com" userId="07f49b259be8f6b3" providerId="LiveId" clId="{50B8129A-550A-4DCD-9E77-C2864DC3E209}" dt="2025-12-05T01:09:22.785" v="5861" actId="20577"/>
          <ac:spMkLst>
            <pc:docMk/>
            <pc:sldMk cId="3025504612" sldId="269"/>
            <ac:spMk id="4" creationId="{A0B3D7CA-3514-FE6B-BA62-C930B5EFB657}"/>
          </ac:spMkLst>
        </pc:spChg>
        <pc:spChg chg="add">
          <ac:chgData name="lishitarowjee@gmail.com" userId="07f49b259be8f6b3" providerId="LiveId" clId="{50B8129A-550A-4DCD-9E77-C2864DC3E209}" dt="2025-12-04T23:34:34.632" v="3832" actId="26606"/>
          <ac:spMkLst>
            <pc:docMk/>
            <pc:sldMk cId="3025504612" sldId="269"/>
            <ac:spMk id="9" creationId="{09588DA8-065E-4F6F-8EFD-43104AB2E0CF}"/>
          </ac:spMkLst>
        </pc:spChg>
        <pc:spChg chg="add">
          <ac:chgData name="lishitarowjee@gmail.com" userId="07f49b259be8f6b3" providerId="LiveId" clId="{50B8129A-550A-4DCD-9E77-C2864DC3E209}" dt="2025-12-04T23:34:34.632" v="3832" actId="26606"/>
          <ac:spMkLst>
            <pc:docMk/>
            <pc:sldMk cId="3025504612" sldId="269"/>
            <ac:spMk id="11" creationId="{C4285719-470E-454C-AF62-8323075F1F5B}"/>
          </ac:spMkLst>
        </pc:spChg>
        <pc:spChg chg="add">
          <ac:chgData name="lishitarowjee@gmail.com" userId="07f49b259be8f6b3" providerId="LiveId" clId="{50B8129A-550A-4DCD-9E77-C2864DC3E209}" dt="2025-12-04T23:34:34.632" v="3832" actId="26606"/>
          <ac:spMkLst>
            <pc:docMk/>
            <pc:sldMk cId="3025504612" sldId="269"/>
            <ac:spMk id="13" creationId="{CD9FE4EF-C4D8-49A0-B2FF-81D8DB7D8A24}"/>
          </ac:spMkLst>
        </pc:spChg>
        <pc:spChg chg="add">
          <ac:chgData name="lishitarowjee@gmail.com" userId="07f49b259be8f6b3" providerId="LiveId" clId="{50B8129A-550A-4DCD-9E77-C2864DC3E209}" dt="2025-12-04T23:34:34.632" v="3832" actId="26606"/>
          <ac:spMkLst>
            <pc:docMk/>
            <pc:sldMk cId="3025504612" sldId="269"/>
            <ac:spMk id="15" creationId="{4300840D-0A0B-4512-BACA-B439D5B9C57C}"/>
          </ac:spMkLst>
        </pc:spChg>
        <pc:spChg chg="add">
          <ac:chgData name="lishitarowjee@gmail.com" userId="07f49b259be8f6b3" providerId="LiveId" clId="{50B8129A-550A-4DCD-9E77-C2864DC3E209}" dt="2025-12-04T23:34:34.632" v="3832" actId="26606"/>
          <ac:spMkLst>
            <pc:docMk/>
            <pc:sldMk cId="3025504612" sldId="269"/>
            <ac:spMk id="17" creationId="{D2B78728-A580-49A7-84F9-6EF6F583ADE0}"/>
          </ac:spMkLst>
        </pc:spChg>
        <pc:spChg chg="add">
          <ac:chgData name="lishitarowjee@gmail.com" userId="07f49b259be8f6b3" providerId="LiveId" clId="{50B8129A-550A-4DCD-9E77-C2864DC3E209}" dt="2025-12-04T23:34:34.632" v="3832" actId="26606"/>
          <ac:spMkLst>
            <pc:docMk/>
            <pc:sldMk cId="3025504612" sldId="269"/>
            <ac:spMk id="19" creationId="{38FAA1A1-D861-433F-88FA-1E9D6FD31D11}"/>
          </ac:spMkLst>
        </pc:spChg>
        <pc:spChg chg="add">
          <ac:chgData name="lishitarowjee@gmail.com" userId="07f49b259be8f6b3" providerId="LiveId" clId="{50B8129A-550A-4DCD-9E77-C2864DC3E209}" dt="2025-12-04T23:34:34.632" v="3832" actId="26606"/>
          <ac:spMkLst>
            <pc:docMk/>
            <pc:sldMk cId="3025504612" sldId="269"/>
            <ac:spMk id="21" creationId="{8D71EDA1-87BF-4D5D-AB79-F346FD19278A}"/>
          </ac:spMkLst>
        </pc:spChg>
        <pc:picChg chg="add del mod ord">
          <ac:chgData name="lishitarowjee@gmail.com" userId="07f49b259be8f6b3" providerId="LiveId" clId="{50B8129A-550A-4DCD-9E77-C2864DC3E209}" dt="2025-12-04T23:05:18.928" v="3505" actId="478"/>
          <ac:picMkLst>
            <pc:docMk/>
            <pc:sldMk cId="3025504612" sldId="269"/>
            <ac:picMk id="5" creationId="{2323409A-19CD-6850-4A54-99CA3E84D27E}"/>
          </ac:picMkLst>
        </pc:picChg>
      </pc:sldChg>
      <pc:sldChg chg="addSp delSp modSp new mod ord setBg modClrScheme chgLayout">
        <pc:chgData name="lishitarowjee@gmail.com" userId="07f49b259be8f6b3" providerId="LiveId" clId="{50B8129A-550A-4DCD-9E77-C2864DC3E209}" dt="2025-12-04T23:59:17.503" v="4712" actId="1076"/>
        <pc:sldMkLst>
          <pc:docMk/>
          <pc:sldMk cId="2218088359" sldId="270"/>
        </pc:sldMkLst>
        <pc:spChg chg="mod ord">
          <ac:chgData name="lishitarowjee@gmail.com" userId="07f49b259be8f6b3" providerId="LiveId" clId="{50B8129A-550A-4DCD-9E77-C2864DC3E209}" dt="2025-12-04T23:59:17.503" v="4712" actId="1076"/>
          <ac:spMkLst>
            <pc:docMk/>
            <pc:sldMk cId="2218088359" sldId="270"/>
            <ac:spMk id="2" creationId="{7D42D611-41E6-9509-5E2A-A506F99DD07C}"/>
          </ac:spMkLst>
        </pc:spChg>
        <pc:spChg chg="mod ord">
          <ac:chgData name="lishitarowjee@gmail.com" userId="07f49b259be8f6b3" providerId="LiveId" clId="{50B8129A-550A-4DCD-9E77-C2864DC3E209}" dt="2025-12-04T23:35:36.201" v="3847" actId="5793"/>
          <ac:spMkLst>
            <pc:docMk/>
            <pc:sldMk cId="2218088359" sldId="270"/>
            <ac:spMk id="3" creationId="{A9391F4E-D80B-139E-4CA2-B0ACFD479636}"/>
          </ac:spMkLst>
        </pc:spChg>
        <pc:spChg chg="add del mod ord">
          <ac:chgData name="lishitarowjee@gmail.com" userId="07f49b259be8f6b3" providerId="LiveId" clId="{50B8129A-550A-4DCD-9E77-C2864DC3E209}" dt="2025-12-04T23:23:38.233" v="3724" actId="700"/>
          <ac:spMkLst>
            <pc:docMk/>
            <pc:sldMk cId="2218088359" sldId="270"/>
            <ac:spMk id="5" creationId="{ADDFE4F5-ED3A-6153-3A3B-9E6B29B06576}"/>
          </ac:spMkLst>
        </pc:spChg>
        <pc:spChg chg="add del mod ord">
          <ac:chgData name="lishitarowjee@gmail.com" userId="07f49b259be8f6b3" providerId="LiveId" clId="{50B8129A-550A-4DCD-9E77-C2864DC3E209}" dt="2025-12-04T23:22:41.456" v="3715" actId="700"/>
          <ac:spMkLst>
            <pc:docMk/>
            <pc:sldMk cId="2218088359" sldId="270"/>
            <ac:spMk id="6" creationId="{406A8BAF-1A24-13DB-7124-12A85973C95A}"/>
          </ac:spMkLst>
        </pc:spChg>
        <pc:spChg chg="add del mod ord">
          <ac:chgData name="lishitarowjee@gmail.com" userId="07f49b259be8f6b3" providerId="LiveId" clId="{50B8129A-550A-4DCD-9E77-C2864DC3E209}" dt="2025-12-04T23:22:41.456" v="3715" actId="700"/>
          <ac:spMkLst>
            <pc:docMk/>
            <pc:sldMk cId="2218088359" sldId="270"/>
            <ac:spMk id="7" creationId="{86898BD3-454B-B829-B3F0-BB4C90ABE100}"/>
          </ac:spMkLst>
        </pc:spChg>
        <pc:spChg chg="add del mod ord">
          <ac:chgData name="lishitarowjee@gmail.com" userId="07f49b259be8f6b3" providerId="LiveId" clId="{50B8129A-550A-4DCD-9E77-C2864DC3E209}" dt="2025-12-04T23:22:41.456" v="3715" actId="700"/>
          <ac:spMkLst>
            <pc:docMk/>
            <pc:sldMk cId="2218088359" sldId="270"/>
            <ac:spMk id="8" creationId="{3514EDF9-10C8-A196-7E75-589393B53A16}"/>
          </ac:spMkLst>
        </pc:spChg>
        <pc:spChg chg="add">
          <ac:chgData name="lishitarowjee@gmail.com" userId="07f49b259be8f6b3" providerId="LiveId" clId="{50B8129A-550A-4DCD-9E77-C2864DC3E209}" dt="2025-12-04T23:35:06.700" v="3838" actId="26606"/>
          <ac:spMkLst>
            <pc:docMk/>
            <pc:sldMk cId="2218088359" sldId="270"/>
            <ac:spMk id="9" creationId="{09588DA8-065E-4F6F-8EFD-43104AB2E0CF}"/>
          </ac:spMkLst>
        </pc:spChg>
        <pc:spChg chg="add">
          <ac:chgData name="lishitarowjee@gmail.com" userId="07f49b259be8f6b3" providerId="LiveId" clId="{50B8129A-550A-4DCD-9E77-C2864DC3E209}" dt="2025-12-04T23:35:06.700" v="3838" actId="26606"/>
          <ac:spMkLst>
            <pc:docMk/>
            <pc:sldMk cId="2218088359" sldId="270"/>
            <ac:spMk id="10" creationId="{C4285719-470E-454C-AF62-8323075F1F5B}"/>
          </ac:spMkLst>
        </pc:spChg>
        <pc:spChg chg="add">
          <ac:chgData name="lishitarowjee@gmail.com" userId="07f49b259be8f6b3" providerId="LiveId" clId="{50B8129A-550A-4DCD-9E77-C2864DC3E209}" dt="2025-12-04T23:35:06.700" v="3838" actId="26606"/>
          <ac:spMkLst>
            <pc:docMk/>
            <pc:sldMk cId="2218088359" sldId="270"/>
            <ac:spMk id="12" creationId="{CD9FE4EF-C4D8-49A0-B2FF-81D8DB7D8A24}"/>
          </ac:spMkLst>
        </pc:spChg>
        <pc:spChg chg="add">
          <ac:chgData name="lishitarowjee@gmail.com" userId="07f49b259be8f6b3" providerId="LiveId" clId="{50B8129A-550A-4DCD-9E77-C2864DC3E209}" dt="2025-12-04T23:35:06.700" v="3838" actId="26606"/>
          <ac:spMkLst>
            <pc:docMk/>
            <pc:sldMk cId="2218088359" sldId="270"/>
            <ac:spMk id="14" creationId="{4300840D-0A0B-4512-BACA-B439D5B9C57C}"/>
          </ac:spMkLst>
        </pc:spChg>
        <pc:spChg chg="add">
          <ac:chgData name="lishitarowjee@gmail.com" userId="07f49b259be8f6b3" providerId="LiveId" clId="{50B8129A-550A-4DCD-9E77-C2864DC3E209}" dt="2025-12-04T23:35:06.700" v="3838" actId="26606"/>
          <ac:spMkLst>
            <pc:docMk/>
            <pc:sldMk cId="2218088359" sldId="270"/>
            <ac:spMk id="16" creationId="{D2B78728-A580-49A7-84F9-6EF6F583ADE0}"/>
          </ac:spMkLst>
        </pc:spChg>
        <pc:spChg chg="add">
          <ac:chgData name="lishitarowjee@gmail.com" userId="07f49b259be8f6b3" providerId="LiveId" clId="{50B8129A-550A-4DCD-9E77-C2864DC3E209}" dt="2025-12-04T23:35:06.700" v="3838" actId="26606"/>
          <ac:spMkLst>
            <pc:docMk/>
            <pc:sldMk cId="2218088359" sldId="270"/>
            <ac:spMk id="18" creationId="{38FAA1A1-D861-433F-88FA-1E9D6FD31D11}"/>
          </ac:spMkLst>
        </pc:spChg>
        <pc:spChg chg="add">
          <ac:chgData name="lishitarowjee@gmail.com" userId="07f49b259be8f6b3" providerId="LiveId" clId="{50B8129A-550A-4DCD-9E77-C2864DC3E209}" dt="2025-12-04T23:35:06.700" v="3838" actId="26606"/>
          <ac:spMkLst>
            <pc:docMk/>
            <pc:sldMk cId="2218088359" sldId="270"/>
            <ac:spMk id="20" creationId="{8D71EDA1-87BF-4D5D-AB79-F346FD19278A}"/>
          </ac:spMkLst>
        </pc:spChg>
        <pc:picChg chg="add del mod">
          <ac:chgData name="lishitarowjee@gmail.com" userId="07f49b259be8f6b3" providerId="LiveId" clId="{50B8129A-550A-4DCD-9E77-C2864DC3E209}" dt="2025-12-04T23:27:13.396" v="3759" actId="478"/>
          <ac:picMkLst>
            <pc:docMk/>
            <pc:sldMk cId="2218088359" sldId="270"/>
            <ac:picMk id="4" creationId="{0449FCBA-D791-DB0E-8B4A-66066DD4C8BF}"/>
          </ac:picMkLst>
        </pc:picChg>
      </pc:sldChg>
      <pc:sldChg chg="addSp delSp modSp new mod setBg">
        <pc:chgData name="lishitarowjee@gmail.com" userId="07f49b259be8f6b3" providerId="LiveId" clId="{50B8129A-550A-4DCD-9E77-C2864DC3E209}" dt="2025-12-04T23:46:28.815" v="3993" actId="255"/>
        <pc:sldMkLst>
          <pc:docMk/>
          <pc:sldMk cId="1205377111" sldId="271"/>
        </pc:sldMkLst>
        <pc:spChg chg="mod">
          <ac:chgData name="lishitarowjee@gmail.com" userId="07f49b259be8f6b3" providerId="LiveId" clId="{50B8129A-550A-4DCD-9E77-C2864DC3E209}" dt="2025-12-04T23:46:19.794" v="3992" actId="26606"/>
          <ac:spMkLst>
            <pc:docMk/>
            <pc:sldMk cId="1205377111" sldId="271"/>
            <ac:spMk id="2" creationId="{27C48DAC-46E0-E0E2-4675-8462C9BF9817}"/>
          </ac:spMkLst>
        </pc:spChg>
        <pc:spChg chg="mod">
          <ac:chgData name="lishitarowjee@gmail.com" userId="07f49b259be8f6b3" providerId="LiveId" clId="{50B8129A-550A-4DCD-9E77-C2864DC3E209}" dt="2025-12-04T23:46:28.815" v="3993" actId="255"/>
          <ac:spMkLst>
            <pc:docMk/>
            <pc:sldMk cId="1205377111" sldId="271"/>
            <ac:spMk id="3" creationId="{74B59B6D-8C70-7748-EF8E-07ACBE24B3A3}"/>
          </ac:spMkLst>
        </pc:spChg>
        <pc:spChg chg="add">
          <ac:chgData name="lishitarowjee@gmail.com" userId="07f49b259be8f6b3" providerId="LiveId" clId="{50B8129A-550A-4DCD-9E77-C2864DC3E209}" dt="2025-12-04T23:46:19.794" v="3992" actId="26606"/>
          <ac:spMkLst>
            <pc:docMk/>
            <pc:sldMk cId="1205377111" sldId="271"/>
            <ac:spMk id="8" creationId="{09588DA8-065E-4F6F-8EFD-43104AB2E0CF}"/>
          </ac:spMkLst>
        </pc:spChg>
        <pc:spChg chg="add del">
          <ac:chgData name="lishitarowjee@gmail.com" userId="07f49b259be8f6b3" providerId="LiveId" clId="{50B8129A-550A-4DCD-9E77-C2864DC3E209}" dt="2025-12-04T23:46:19.787" v="3991" actId="26606"/>
          <ac:spMkLst>
            <pc:docMk/>
            <pc:sldMk cId="1205377111" sldId="271"/>
            <ac:spMk id="9" creationId="{2E17E911-875F-4DE5-8699-99D9F1805A5D}"/>
          </ac:spMkLst>
        </pc:spChg>
        <pc:spChg chg="add">
          <ac:chgData name="lishitarowjee@gmail.com" userId="07f49b259be8f6b3" providerId="LiveId" clId="{50B8129A-550A-4DCD-9E77-C2864DC3E209}" dt="2025-12-04T23:46:19.794" v="3992" actId="26606"/>
          <ac:spMkLst>
            <pc:docMk/>
            <pc:sldMk cId="1205377111" sldId="271"/>
            <ac:spMk id="10" creationId="{C4285719-470E-454C-AF62-8323075F1F5B}"/>
          </ac:spMkLst>
        </pc:spChg>
        <pc:spChg chg="add del">
          <ac:chgData name="lishitarowjee@gmail.com" userId="07f49b259be8f6b3" providerId="LiveId" clId="{50B8129A-550A-4DCD-9E77-C2864DC3E209}" dt="2025-12-04T23:46:19.787" v="3991" actId="26606"/>
          <ac:spMkLst>
            <pc:docMk/>
            <pc:sldMk cId="1205377111" sldId="271"/>
            <ac:spMk id="11" creationId="{CD9FE4EF-C4D8-49A0-B2FF-81D8DB7D8A24}"/>
          </ac:spMkLst>
        </pc:spChg>
        <pc:spChg chg="add">
          <ac:chgData name="lishitarowjee@gmail.com" userId="07f49b259be8f6b3" providerId="LiveId" clId="{50B8129A-550A-4DCD-9E77-C2864DC3E209}" dt="2025-12-04T23:46:19.794" v="3992" actId="26606"/>
          <ac:spMkLst>
            <pc:docMk/>
            <pc:sldMk cId="1205377111" sldId="271"/>
            <ac:spMk id="12" creationId="{CD9FE4EF-C4D8-49A0-B2FF-81D8DB7D8A24}"/>
          </ac:spMkLst>
        </pc:spChg>
        <pc:spChg chg="add del">
          <ac:chgData name="lishitarowjee@gmail.com" userId="07f49b259be8f6b3" providerId="LiveId" clId="{50B8129A-550A-4DCD-9E77-C2864DC3E209}" dt="2025-12-04T23:46:19.787" v="3991" actId="26606"/>
          <ac:spMkLst>
            <pc:docMk/>
            <pc:sldMk cId="1205377111" sldId="271"/>
            <ac:spMk id="13" creationId="{4300840D-0A0B-4512-BACA-B439D5B9C57C}"/>
          </ac:spMkLst>
        </pc:spChg>
        <pc:spChg chg="add">
          <ac:chgData name="lishitarowjee@gmail.com" userId="07f49b259be8f6b3" providerId="LiveId" clId="{50B8129A-550A-4DCD-9E77-C2864DC3E209}" dt="2025-12-04T23:46:19.794" v="3992" actId="26606"/>
          <ac:spMkLst>
            <pc:docMk/>
            <pc:sldMk cId="1205377111" sldId="271"/>
            <ac:spMk id="14" creationId="{4300840D-0A0B-4512-BACA-B439D5B9C57C}"/>
          </ac:spMkLst>
        </pc:spChg>
        <pc:spChg chg="add del">
          <ac:chgData name="lishitarowjee@gmail.com" userId="07f49b259be8f6b3" providerId="LiveId" clId="{50B8129A-550A-4DCD-9E77-C2864DC3E209}" dt="2025-12-04T23:46:19.787" v="3991" actId="26606"/>
          <ac:spMkLst>
            <pc:docMk/>
            <pc:sldMk cId="1205377111" sldId="271"/>
            <ac:spMk id="15" creationId="{D2B78728-A580-49A7-84F9-6EF6F583ADE0}"/>
          </ac:spMkLst>
        </pc:spChg>
        <pc:spChg chg="add">
          <ac:chgData name="lishitarowjee@gmail.com" userId="07f49b259be8f6b3" providerId="LiveId" clId="{50B8129A-550A-4DCD-9E77-C2864DC3E209}" dt="2025-12-04T23:46:19.794" v="3992" actId="26606"/>
          <ac:spMkLst>
            <pc:docMk/>
            <pc:sldMk cId="1205377111" sldId="271"/>
            <ac:spMk id="16" creationId="{D2B78728-A580-49A7-84F9-6EF6F583ADE0}"/>
          </ac:spMkLst>
        </pc:spChg>
        <pc:spChg chg="add del">
          <ac:chgData name="lishitarowjee@gmail.com" userId="07f49b259be8f6b3" providerId="LiveId" clId="{50B8129A-550A-4DCD-9E77-C2864DC3E209}" dt="2025-12-04T23:46:19.787" v="3991" actId="26606"/>
          <ac:spMkLst>
            <pc:docMk/>
            <pc:sldMk cId="1205377111" sldId="271"/>
            <ac:spMk id="17" creationId="{38FAA1A1-D861-433F-88FA-1E9D6FD31D11}"/>
          </ac:spMkLst>
        </pc:spChg>
        <pc:spChg chg="add">
          <ac:chgData name="lishitarowjee@gmail.com" userId="07f49b259be8f6b3" providerId="LiveId" clId="{50B8129A-550A-4DCD-9E77-C2864DC3E209}" dt="2025-12-04T23:46:19.794" v="3992" actId="26606"/>
          <ac:spMkLst>
            <pc:docMk/>
            <pc:sldMk cId="1205377111" sldId="271"/>
            <ac:spMk id="18" creationId="{38FAA1A1-D861-433F-88FA-1E9D6FD31D11}"/>
          </ac:spMkLst>
        </pc:spChg>
        <pc:spChg chg="add del">
          <ac:chgData name="lishitarowjee@gmail.com" userId="07f49b259be8f6b3" providerId="LiveId" clId="{50B8129A-550A-4DCD-9E77-C2864DC3E209}" dt="2025-12-04T23:46:19.787" v="3991" actId="26606"/>
          <ac:spMkLst>
            <pc:docMk/>
            <pc:sldMk cId="1205377111" sldId="271"/>
            <ac:spMk id="19" creationId="{8D71EDA1-87BF-4D5D-AB79-F346FD19278A}"/>
          </ac:spMkLst>
        </pc:spChg>
        <pc:spChg chg="add">
          <ac:chgData name="lishitarowjee@gmail.com" userId="07f49b259be8f6b3" providerId="LiveId" clId="{50B8129A-550A-4DCD-9E77-C2864DC3E209}" dt="2025-12-04T23:46:19.794" v="3992" actId="26606"/>
          <ac:spMkLst>
            <pc:docMk/>
            <pc:sldMk cId="1205377111" sldId="271"/>
            <ac:spMk id="20" creationId="{8D71EDA1-87BF-4D5D-AB79-F346FD19278A}"/>
          </ac:spMkLst>
        </pc:spChg>
        <pc:picChg chg="add del">
          <ac:chgData name="lishitarowjee@gmail.com" userId="07f49b259be8f6b3" providerId="LiveId" clId="{50B8129A-550A-4DCD-9E77-C2864DC3E209}" dt="2025-12-04T23:46:19.787" v="3991" actId="26606"/>
          <ac:picMkLst>
            <pc:docMk/>
            <pc:sldMk cId="1205377111" sldId="271"/>
            <ac:picMk id="5" creationId="{91D380CA-F9CB-AE5A-66E0-047B4B3A76F3}"/>
          </ac:picMkLst>
        </pc:picChg>
      </pc:sldChg>
      <pc:sldChg chg="addSp modSp new mod setBg">
        <pc:chgData name="lishitarowjee@gmail.com" userId="07f49b259be8f6b3" providerId="LiveId" clId="{50B8129A-550A-4DCD-9E77-C2864DC3E209}" dt="2025-12-05T01:02:02.047" v="5772" actId="5793"/>
        <pc:sldMkLst>
          <pc:docMk/>
          <pc:sldMk cId="2185936445" sldId="272"/>
        </pc:sldMkLst>
        <pc:spChg chg="mod">
          <ac:chgData name="lishitarowjee@gmail.com" userId="07f49b259be8f6b3" providerId="LiveId" clId="{50B8129A-550A-4DCD-9E77-C2864DC3E209}" dt="2025-12-04T23:59:10.375" v="4711" actId="1076"/>
          <ac:spMkLst>
            <pc:docMk/>
            <pc:sldMk cId="2185936445" sldId="272"/>
            <ac:spMk id="2" creationId="{1277FF31-EB7D-4948-352A-FA833EF97DCC}"/>
          </ac:spMkLst>
        </pc:spChg>
        <pc:spChg chg="mod">
          <ac:chgData name="lishitarowjee@gmail.com" userId="07f49b259be8f6b3" providerId="LiveId" clId="{50B8129A-550A-4DCD-9E77-C2864DC3E209}" dt="2025-12-05T01:02:02.047" v="5772" actId="5793"/>
          <ac:spMkLst>
            <pc:docMk/>
            <pc:sldMk cId="2185936445" sldId="272"/>
            <ac:spMk id="3" creationId="{1440D3C1-D7AE-C18C-9875-45C0BDA4B5FC}"/>
          </ac:spMkLst>
        </pc:spChg>
        <pc:spChg chg="add">
          <ac:chgData name="lishitarowjee@gmail.com" userId="07f49b259be8f6b3" providerId="LiveId" clId="{50B8129A-550A-4DCD-9E77-C2864DC3E209}" dt="2025-12-04T23:58:47.394" v="4708" actId="26606"/>
          <ac:spMkLst>
            <pc:docMk/>
            <pc:sldMk cId="2185936445" sldId="272"/>
            <ac:spMk id="8" creationId="{09588DA8-065E-4F6F-8EFD-43104AB2E0CF}"/>
          </ac:spMkLst>
        </pc:spChg>
        <pc:spChg chg="add">
          <ac:chgData name="lishitarowjee@gmail.com" userId="07f49b259be8f6b3" providerId="LiveId" clId="{50B8129A-550A-4DCD-9E77-C2864DC3E209}" dt="2025-12-04T23:58:47.394" v="4708" actId="26606"/>
          <ac:spMkLst>
            <pc:docMk/>
            <pc:sldMk cId="2185936445" sldId="272"/>
            <ac:spMk id="10" creationId="{C4285719-470E-454C-AF62-8323075F1F5B}"/>
          </ac:spMkLst>
        </pc:spChg>
        <pc:spChg chg="add">
          <ac:chgData name="lishitarowjee@gmail.com" userId="07f49b259be8f6b3" providerId="LiveId" clId="{50B8129A-550A-4DCD-9E77-C2864DC3E209}" dt="2025-12-04T23:58:47.394" v="4708" actId="26606"/>
          <ac:spMkLst>
            <pc:docMk/>
            <pc:sldMk cId="2185936445" sldId="272"/>
            <ac:spMk id="12" creationId="{CD9FE4EF-C4D8-49A0-B2FF-81D8DB7D8A24}"/>
          </ac:spMkLst>
        </pc:spChg>
        <pc:spChg chg="add">
          <ac:chgData name="lishitarowjee@gmail.com" userId="07f49b259be8f6b3" providerId="LiveId" clId="{50B8129A-550A-4DCD-9E77-C2864DC3E209}" dt="2025-12-04T23:58:47.394" v="4708" actId="26606"/>
          <ac:spMkLst>
            <pc:docMk/>
            <pc:sldMk cId="2185936445" sldId="272"/>
            <ac:spMk id="14" creationId="{4300840D-0A0B-4512-BACA-B439D5B9C57C}"/>
          </ac:spMkLst>
        </pc:spChg>
        <pc:spChg chg="add">
          <ac:chgData name="lishitarowjee@gmail.com" userId="07f49b259be8f6b3" providerId="LiveId" clId="{50B8129A-550A-4DCD-9E77-C2864DC3E209}" dt="2025-12-04T23:58:47.394" v="4708" actId="26606"/>
          <ac:spMkLst>
            <pc:docMk/>
            <pc:sldMk cId="2185936445" sldId="272"/>
            <ac:spMk id="16" creationId="{D2B78728-A580-49A7-84F9-6EF6F583ADE0}"/>
          </ac:spMkLst>
        </pc:spChg>
        <pc:spChg chg="add">
          <ac:chgData name="lishitarowjee@gmail.com" userId="07f49b259be8f6b3" providerId="LiveId" clId="{50B8129A-550A-4DCD-9E77-C2864DC3E209}" dt="2025-12-04T23:58:47.394" v="4708" actId="26606"/>
          <ac:spMkLst>
            <pc:docMk/>
            <pc:sldMk cId="2185936445" sldId="272"/>
            <ac:spMk id="18" creationId="{38FAA1A1-D861-433F-88FA-1E9D6FD31D11}"/>
          </ac:spMkLst>
        </pc:spChg>
        <pc:spChg chg="add">
          <ac:chgData name="lishitarowjee@gmail.com" userId="07f49b259be8f6b3" providerId="LiveId" clId="{50B8129A-550A-4DCD-9E77-C2864DC3E209}" dt="2025-12-04T23:58:47.394" v="4708" actId="26606"/>
          <ac:spMkLst>
            <pc:docMk/>
            <pc:sldMk cId="2185936445" sldId="272"/>
            <ac:spMk id="20" creationId="{8D71EDA1-87BF-4D5D-AB79-F346FD19278A}"/>
          </ac:spMkLst>
        </pc:spChg>
      </pc:sldChg>
      <pc:sldChg chg="addSp delSp modSp new mod setBg">
        <pc:chgData name="lishitarowjee@gmail.com" userId="07f49b259be8f6b3" providerId="LiveId" clId="{50B8129A-550A-4DCD-9E77-C2864DC3E209}" dt="2025-12-05T01:39:01.658" v="6333" actId="5793"/>
        <pc:sldMkLst>
          <pc:docMk/>
          <pc:sldMk cId="1322648892" sldId="273"/>
        </pc:sldMkLst>
        <pc:spChg chg="mod">
          <ac:chgData name="lishitarowjee@gmail.com" userId="07f49b259be8f6b3" providerId="LiveId" clId="{50B8129A-550A-4DCD-9E77-C2864DC3E209}" dt="2025-12-04T19:07:31.350" v="2793" actId="26606"/>
          <ac:spMkLst>
            <pc:docMk/>
            <pc:sldMk cId="1322648892" sldId="273"/>
            <ac:spMk id="2" creationId="{67CC7D35-D547-BC32-A633-51E8F2E73CA8}"/>
          </ac:spMkLst>
        </pc:spChg>
        <pc:spChg chg="mod">
          <ac:chgData name="lishitarowjee@gmail.com" userId="07f49b259be8f6b3" providerId="LiveId" clId="{50B8129A-550A-4DCD-9E77-C2864DC3E209}" dt="2025-12-05T01:39:01.658" v="6333" actId="5793"/>
          <ac:spMkLst>
            <pc:docMk/>
            <pc:sldMk cId="1322648892" sldId="273"/>
            <ac:spMk id="3" creationId="{62F5343E-35AA-E5EE-E47F-CD0B927B6EB7}"/>
          </ac:spMkLst>
        </pc:spChg>
        <pc:spChg chg="add del">
          <ac:chgData name="lishitarowjee@gmail.com" userId="07f49b259be8f6b3" providerId="LiveId" clId="{50B8129A-550A-4DCD-9E77-C2864DC3E209}" dt="2025-12-04T19:07:31.330" v="2792" actId="26606"/>
          <ac:spMkLst>
            <pc:docMk/>
            <pc:sldMk cId="1322648892" sldId="273"/>
            <ac:spMk id="8" creationId="{09588DA8-065E-4F6F-8EFD-43104AB2E0CF}"/>
          </ac:spMkLst>
        </pc:spChg>
        <pc:spChg chg="add del">
          <ac:chgData name="lishitarowjee@gmail.com" userId="07f49b259be8f6b3" providerId="LiveId" clId="{50B8129A-550A-4DCD-9E77-C2864DC3E209}" dt="2025-12-04T19:07:31.330" v="2792" actId="26606"/>
          <ac:spMkLst>
            <pc:docMk/>
            <pc:sldMk cId="1322648892" sldId="273"/>
            <ac:spMk id="10" creationId="{C4285719-470E-454C-AF62-8323075F1F5B}"/>
          </ac:spMkLst>
        </pc:spChg>
        <pc:spChg chg="add del">
          <ac:chgData name="lishitarowjee@gmail.com" userId="07f49b259be8f6b3" providerId="LiveId" clId="{50B8129A-550A-4DCD-9E77-C2864DC3E209}" dt="2025-12-04T19:07:31.330" v="2792" actId="26606"/>
          <ac:spMkLst>
            <pc:docMk/>
            <pc:sldMk cId="1322648892" sldId="273"/>
            <ac:spMk id="12" creationId="{CD9FE4EF-C4D8-49A0-B2FF-81D8DB7D8A24}"/>
          </ac:spMkLst>
        </pc:spChg>
        <pc:spChg chg="add del">
          <ac:chgData name="lishitarowjee@gmail.com" userId="07f49b259be8f6b3" providerId="LiveId" clId="{50B8129A-550A-4DCD-9E77-C2864DC3E209}" dt="2025-12-04T19:07:31.330" v="2792" actId="26606"/>
          <ac:spMkLst>
            <pc:docMk/>
            <pc:sldMk cId="1322648892" sldId="273"/>
            <ac:spMk id="14" creationId="{4300840D-0A0B-4512-BACA-B439D5B9C57C}"/>
          </ac:spMkLst>
        </pc:spChg>
        <pc:spChg chg="add del">
          <ac:chgData name="lishitarowjee@gmail.com" userId="07f49b259be8f6b3" providerId="LiveId" clId="{50B8129A-550A-4DCD-9E77-C2864DC3E209}" dt="2025-12-04T19:07:31.330" v="2792" actId="26606"/>
          <ac:spMkLst>
            <pc:docMk/>
            <pc:sldMk cId="1322648892" sldId="273"/>
            <ac:spMk id="16" creationId="{D2B78728-A580-49A7-84F9-6EF6F583ADE0}"/>
          </ac:spMkLst>
        </pc:spChg>
        <pc:spChg chg="add del">
          <ac:chgData name="lishitarowjee@gmail.com" userId="07f49b259be8f6b3" providerId="LiveId" clId="{50B8129A-550A-4DCD-9E77-C2864DC3E209}" dt="2025-12-04T19:07:31.330" v="2792" actId="26606"/>
          <ac:spMkLst>
            <pc:docMk/>
            <pc:sldMk cId="1322648892" sldId="273"/>
            <ac:spMk id="18" creationId="{38FAA1A1-D861-433F-88FA-1E9D6FD31D11}"/>
          </ac:spMkLst>
        </pc:spChg>
        <pc:spChg chg="add del">
          <ac:chgData name="lishitarowjee@gmail.com" userId="07f49b259be8f6b3" providerId="LiveId" clId="{50B8129A-550A-4DCD-9E77-C2864DC3E209}" dt="2025-12-04T19:07:31.330" v="2792" actId="26606"/>
          <ac:spMkLst>
            <pc:docMk/>
            <pc:sldMk cId="1322648892" sldId="273"/>
            <ac:spMk id="20" creationId="{8D71EDA1-87BF-4D5D-AB79-F346FD19278A}"/>
          </ac:spMkLst>
        </pc:spChg>
        <pc:spChg chg="add">
          <ac:chgData name="lishitarowjee@gmail.com" userId="07f49b259be8f6b3" providerId="LiveId" clId="{50B8129A-550A-4DCD-9E77-C2864DC3E209}" dt="2025-12-04T19:07:31.350" v="2793" actId="26606"/>
          <ac:spMkLst>
            <pc:docMk/>
            <pc:sldMk cId="1322648892" sldId="273"/>
            <ac:spMk id="22" creationId="{DEE2AD96-B495-4E06-9291-B71706F728CB}"/>
          </ac:spMkLst>
        </pc:spChg>
        <pc:spChg chg="add">
          <ac:chgData name="lishitarowjee@gmail.com" userId="07f49b259be8f6b3" providerId="LiveId" clId="{50B8129A-550A-4DCD-9E77-C2864DC3E209}" dt="2025-12-04T19:07:31.350" v="2793" actId="26606"/>
          <ac:spMkLst>
            <pc:docMk/>
            <pc:sldMk cId="1322648892" sldId="273"/>
            <ac:spMk id="23" creationId="{53CF6D67-C5A8-4ADD-9E8E-1E38CA1D3166}"/>
          </ac:spMkLst>
        </pc:spChg>
        <pc:spChg chg="add">
          <ac:chgData name="lishitarowjee@gmail.com" userId="07f49b259be8f6b3" providerId="LiveId" clId="{50B8129A-550A-4DCD-9E77-C2864DC3E209}" dt="2025-12-04T19:07:31.350" v="2793" actId="26606"/>
          <ac:spMkLst>
            <pc:docMk/>
            <pc:sldMk cId="1322648892" sldId="273"/>
            <ac:spMk id="24" creationId="{86909FA0-B515-4681-B7A8-FA281D133B94}"/>
          </ac:spMkLst>
        </pc:spChg>
        <pc:spChg chg="add">
          <ac:chgData name="lishitarowjee@gmail.com" userId="07f49b259be8f6b3" providerId="LiveId" clId="{50B8129A-550A-4DCD-9E77-C2864DC3E209}" dt="2025-12-04T19:07:31.350" v="2793" actId="26606"/>
          <ac:spMkLst>
            <pc:docMk/>
            <pc:sldMk cId="1322648892" sldId="273"/>
            <ac:spMk id="25" creationId="{21C9FE86-FCC3-4A31-AA1C-C882262B7FE7}"/>
          </ac:spMkLst>
        </pc:spChg>
        <pc:spChg chg="add">
          <ac:chgData name="lishitarowjee@gmail.com" userId="07f49b259be8f6b3" providerId="LiveId" clId="{50B8129A-550A-4DCD-9E77-C2864DC3E209}" dt="2025-12-04T19:07:31.350" v="2793" actId="26606"/>
          <ac:spMkLst>
            <pc:docMk/>
            <pc:sldMk cId="1322648892" sldId="273"/>
            <ac:spMk id="26" creationId="{7D96243B-ECED-4B71-8E06-AE9A285EAD20}"/>
          </ac:spMkLst>
        </pc:spChg>
        <pc:spChg chg="add">
          <ac:chgData name="lishitarowjee@gmail.com" userId="07f49b259be8f6b3" providerId="LiveId" clId="{50B8129A-550A-4DCD-9E77-C2864DC3E209}" dt="2025-12-04T19:07:31.350" v="2793" actId="26606"/>
          <ac:spMkLst>
            <pc:docMk/>
            <pc:sldMk cId="1322648892" sldId="273"/>
            <ac:spMk id="27" creationId="{A09989E4-EFDC-4A90-A633-E0525FB4139E}"/>
          </ac:spMkLst>
        </pc:spChg>
      </pc:sldChg>
      <pc:sldChg chg="addSp modSp new mod setBg chgLayout">
        <pc:chgData name="lishitarowjee@gmail.com" userId="07f49b259be8f6b3" providerId="LiveId" clId="{50B8129A-550A-4DCD-9E77-C2864DC3E209}" dt="2025-12-05T01:28:52.521" v="6076" actId="27636"/>
        <pc:sldMkLst>
          <pc:docMk/>
          <pc:sldMk cId="2213958217" sldId="274"/>
        </pc:sldMkLst>
        <pc:spChg chg="mod ord">
          <ac:chgData name="lishitarowjee@gmail.com" userId="07f49b259be8f6b3" providerId="LiveId" clId="{50B8129A-550A-4DCD-9E77-C2864DC3E209}" dt="2025-12-05T01:28:33.214" v="6070" actId="26606"/>
          <ac:spMkLst>
            <pc:docMk/>
            <pc:sldMk cId="2213958217" sldId="274"/>
            <ac:spMk id="2" creationId="{3B99E524-3F9C-CB6B-9822-8189DD812564}"/>
          </ac:spMkLst>
        </pc:spChg>
        <pc:spChg chg="mod ord">
          <ac:chgData name="lishitarowjee@gmail.com" userId="07f49b259be8f6b3" providerId="LiveId" clId="{50B8129A-550A-4DCD-9E77-C2864DC3E209}" dt="2025-12-05T01:28:52.521" v="6076" actId="27636"/>
          <ac:spMkLst>
            <pc:docMk/>
            <pc:sldMk cId="2213958217" sldId="274"/>
            <ac:spMk id="3" creationId="{E6366495-1B70-AC83-C05E-F5275FFC6037}"/>
          </ac:spMkLst>
        </pc:spChg>
        <pc:spChg chg="add">
          <ac:chgData name="lishitarowjee@gmail.com" userId="07f49b259be8f6b3" providerId="LiveId" clId="{50B8129A-550A-4DCD-9E77-C2864DC3E209}" dt="2025-12-05T01:28:33.214" v="6070" actId="26606"/>
          <ac:spMkLst>
            <pc:docMk/>
            <pc:sldMk cId="2213958217" sldId="274"/>
            <ac:spMk id="8" creationId="{09588DA8-065E-4F6F-8EFD-43104AB2E0CF}"/>
          </ac:spMkLst>
        </pc:spChg>
        <pc:spChg chg="add">
          <ac:chgData name="lishitarowjee@gmail.com" userId="07f49b259be8f6b3" providerId="LiveId" clId="{50B8129A-550A-4DCD-9E77-C2864DC3E209}" dt="2025-12-05T01:28:33.214" v="6070" actId="26606"/>
          <ac:spMkLst>
            <pc:docMk/>
            <pc:sldMk cId="2213958217" sldId="274"/>
            <ac:spMk id="10" creationId="{C4285719-470E-454C-AF62-8323075F1F5B}"/>
          </ac:spMkLst>
        </pc:spChg>
        <pc:spChg chg="add">
          <ac:chgData name="lishitarowjee@gmail.com" userId="07f49b259be8f6b3" providerId="LiveId" clId="{50B8129A-550A-4DCD-9E77-C2864DC3E209}" dt="2025-12-05T01:28:33.214" v="6070" actId="26606"/>
          <ac:spMkLst>
            <pc:docMk/>
            <pc:sldMk cId="2213958217" sldId="274"/>
            <ac:spMk id="12" creationId="{CD9FE4EF-C4D8-49A0-B2FF-81D8DB7D8A24}"/>
          </ac:spMkLst>
        </pc:spChg>
        <pc:spChg chg="add">
          <ac:chgData name="lishitarowjee@gmail.com" userId="07f49b259be8f6b3" providerId="LiveId" clId="{50B8129A-550A-4DCD-9E77-C2864DC3E209}" dt="2025-12-05T01:28:33.214" v="6070" actId="26606"/>
          <ac:spMkLst>
            <pc:docMk/>
            <pc:sldMk cId="2213958217" sldId="274"/>
            <ac:spMk id="14" creationId="{4300840D-0A0B-4512-BACA-B439D5B9C57C}"/>
          </ac:spMkLst>
        </pc:spChg>
        <pc:spChg chg="add">
          <ac:chgData name="lishitarowjee@gmail.com" userId="07f49b259be8f6b3" providerId="LiveId" clId="{50B8129A-550A-4DCD-9E77-C2864DC3E209}" dt="2025-12-05T01:28:33.214" v="6070" actId="26606"/>
          <ac:spMkLst>
            <pc:docMk/>
            <pc:sldMk cId="2213958217" sldId="274"/>
            <ac:spMk id="16" creationId="{D2B78728-A580-49A7-84F9-6EF6F583ADE0}"/>
          </ac:spMkLst>
        </pc:spChg>
        <pc:spChg chg="add">
          <ac:chgData name="lishitarowjee@gmail.com" userId="07f49b259be8f6b3" providerId="LiveId" clId="{50B8129A-550A-4DCD-9E77-C2864DC3E209}" dt="2025-12-05T01:28:33.214" v="6070" actId="26606"/>
          <ac:spMkLst>
            <pc:docMk/>
            <pc:sldMk cId="2213958217" sldId="274"/>
            <ac:spMk id="18" creationId="{38FAA1A1-D861-433F-88FA-1E9D6FD31D11}"/>
          </ac:spMkLst>
        </pc:spChg>
        <pc:spChg chg="add">
          <ac:chgData name="lishitarowjee@gmail.com" userId="07f49b259be8f6b3" providerId="LiveId" clId="{50B8129A-550A-4DCD-9E77-C2864DC3E209}" dt="2025-12-05T01:28:33.214" v="6070" actId="26606"/>
          <ac:spMkLst>
            <pc:docMk/>
            <pc:sldMk cId="2213958217" sldId="274"/>
            <ac:spMk id="20" creationId="{8D71EDA1-87BF-4D5D-AB79-F346FD19278A}"/>
          </ac:spMkLst>
        </pc:spChg>
      </pc:sldChg>
      <pc:sldChg chg="addSp modSp new mod setBg">
        <pc:chgData name="lishitarowjee@gmail.com" userId="07f49b259be8f6b3" providerId="LiveId" clId="{50B8129A-550A-4DCD-9E77-C2864DC3E209}" dt="2025-12-05T01:39:14.752" v="6335" actId="20577"/>
        <pc:sldMkLst>
          <pc:docMk/>
          <pc:sldMk cId="1166855673" sldId="275"/>
        </pc:sldMkLst>
        <pc:spChg chg="mod">
          <ac:chgData name="lishitarowjee@gmail.com" userId="07f49b259be8f6b3" providerId="LiveId" clId="{50B8129A-550A-4DCD-9E77-C2864DC3E209}" dt="2025-12-05T00:20:40.203" v="5497" actId="26606"/>
          <ac:spMkLst>
            <pc:docMk/>
            <pc:sldMk cId="1166855673" sldId="275"/>
            <ac:spMk id="2" creationId="{5E79D755-EBC4-7B49-E2F2-99392195B700}"/>
          </ac:spMkLst>
        </pc:spChg>
        <pc:spChg chg="mod">
          <ac:chgData name="lishitarowjee@gmail.com" userId="07f49b259be8f6b3" providerId="LiveId" clId="{50B8129A-550A-4DCD-9E77-C2864DC3E209}" dt="2025-12-05T01:39:14.752" v="6335" actId="20577"/>
          <ac:spMkLst>
            <pc:docMk/>
            <pc:sldMk cId="1166855673" sldId="275"/>
            <ac:spMk id="3" creationId="{FDF640D6-E55B-B1E8-1AE4-A70B5DD9A429}"/>
          </ac:spMkLst>
        </pc:spChg>
        <pc:spChg chg="add">
          <ac:chgData name="lishitarowjee@gmail.com" userId="07f49b259be8f6b3" providerId="LiveId" clId="{50B8129A-550A-4DCD-9E77-C2864DC3E209}" dt="2025-12-05T00:20:40.203" v="5497" actId="26606"/>
          <ac:spMkLst>
            <pc:docMk/>
            <pc:sldMk cId="1166855673" sldId="275"/>
            <ac:spMk id="8" creationId="{09588DA8-065E-4F6F-8EFD-43104AB2E0CF}"/>
          </ac:spMkLst>
        </pc:spChg>
        <pc:spChg chg="add">
          <ac:chgData name="lishitarowjee@gmail.com" userId="07f49b259be8f6b3" providerId="LiveId" clId="{50B8129A-550A-4DCD-9E77-C2864DC3E209}" dt="2025-12-05T00:20:40.203" v="5497" actId="26606"/>
          <ac:spMkLst>
            <pc:docMk/>
            <pc:sldMk cId="1166855673" sldId="275"/>
            <ac:spMk id="10" creationId="{C4285719-470E-454C-AF62-8323075F1F5B}"/>
          </ac:spMkLst>
        </pc:spChg>
        <pc:spChg chg="add">
          <ac:chgData name="lishitarowjee@gmail.com" userId="07f49b259be8f6b3" providerId="LiveId" clId="{50B8129A-550A-4DCD-9E77-C2864DC3E209}" dt="2025-12-05T00:20:40.203" v="5497" actId="26606"/>
          <ac:spMkLst>
            <pc:docMk/>
            <pc:sldMk cId="1166855673" sldId="275"/>
            <ac:spMk id="12" creationId="{CD9FE4EF-C4D8-49A0-B2FF-81D8DB7D8A24}"/>
          </ac:spMkLst>
        </pc:spChg>
        <pc:spChg chg="add">
          <ac:chgData name="lishitarowjee@gmail.com" userId="07f49b259be8f6b3" providerId="LiveId" clId="{50B8129A-550A-4DCD-9E77-C2864DC3E209}" dt="2025-12-05T00:20:40.203" v="5497" actId="26606"/>
          <ac:spMkLst>
            <pc:docMk/>
            <pc:sldMk cId="1166855673" sldId="275"/>
            <ac:spMk id="14" creationId="{4300840D-0A0B-4512-BACA-B439D5B9C57C}"/>
          </ac:spMkLst>
        </pc:spChg>
        <pc:spChg chg="add">
          <ac:chgData name="lishitarowjee@gmail.com" userId="07f49b259be8f6b3" providerId="LiveId" clId="{50B8129A-550A-4DCD-9E77-C2864DC3E209}" dt="2025-12-05T00:20:40.203" v="5497" actId="26606"/>
          <ac:spMkLst>
            <pc:docMk/>
            <pc:sldMk cId="1166855673" sldId="275"/>
            <ac:spMk id="16" creationId="{D2B78728-A580-49A7-84F9-6EF6F583ADE0}"/>
          </ac:spMkLst>
        </pc:spChg>
        <pc:spChg chg="add">
          <ac:chgData name="lishitarowjee@gmail.com" userId="07f49b259be8f6b3" providerId="LiveId" clId="{50B8129A-550A-4DCD-9E77-C2864DC3E209}" dt="2025-12-05T00:20:40.203" v="5497" actId="26606"/>
          <ac:spMkLst>
            <pc:docMk/>
            <pc:sldMk cId="1166855673" sldId="275"/>
            <ac:spMk id="18" creationId="{38FAA1A1-D861-433F-88FA-1E9D6FD31D11}"/>
          </ac:spMkLst>
        </pc:spChg>
        <pc:spChg chg="add">
          <ac:chgData name="lishitarowjee@gmail.com" userId="07f49b259be8f6b3" providerId="LiveId" clId="{50B8129A-550A-4DCD-9E77-C2864DC3E209}" dt="2025-12-05T00:20:40.203" v="5497" actId="26606"/>
          <ac:spMkLst>
            <pc:docMk/>
            <pc:sldMk cId="1166855673" sldId="275"/>
            <ac:spMk id="20" creationId="{8D71EDA1-87BF-4D5D-AB79-F346FD19278A}"/>
          </ac:spMkLst>
        </pc:spChg>
      </pc:sldChg>
      <pc:sldChg chg="addSp modSp new mod setBg">
        <pc:chgData name="lishitarowjee@gmail.com" userId="07f49b259be8f6b3" providerId="LiveId" clId="{50B8129A-550A-4DCD-9E77-C2864DC3E209}" dt="2025-12-05T01:37:56.878" v="6325" actId="20577"/>
        <pc:sldMkLst>
          <pc:docMk/>
          <pc:sldMk cId="612507476" sldId="276"/>
        </pc:sldMkLst>
        <pc:spChg chg="mod">
          <ac:chgData name="lishitarowjee@gmail.com" userId="07f49b259be8f6b3" providerId="LiveId" clId="{50B8129A-550A-4DCD-9E77-C2864DC3E209}" dt="2025-12-05T01:29:00.752" v="6077" actId="26606"/>
          <ac:spMkLst>
            <pc:docMk/>
            <pc:sldMk cId="612507476" sldId="276"/>
            <ac:spMk id="2" creationId="{1AC0BACE-6D89-ED86-369C-615697AAB907}"/>
          </ac:spMkLst>
        </pc:spChg>
        <pc:spChg chg="mod">
          <ac:chgData name="lishitarowjee@gmail.com" userId="07f49b259be8f6b3" providerId="LiveId" clId="{50B8129A-550A-4DCD-9E77-C2864DC3E209}" dt="2025-12-05T01:37:56.878" v="6325" actId="20577"/>
          <ac:spMkLst>
            <pc:docMk/>
            <pc:sldMk cId="612507476" sldId="276"/>
            <ac:spMk id="3" creationId="{FE7754B5-7E95-0AFC-C004-12867D8BB289}"/>
          </ac:spMkLst>
        </pc:spChg>
        <pc:spChg chg="add">
          <ac:chgData name="lishitarowjee@gmail.com" userId="07f49b259be8f6b3" providerId="LiveId" clId="{50B8129A-550A-4DCD-9E77-C2864DC3E209}" dt="2025-12-05T01:29:00.752" v="6077" actId="26606"/>
          <ac:spMkLst>
            <pc:docMk/>
            <pc:sldMk cId="612507476" sldId="276"/>
            <ac:spMk id="8" creationId="{09588DA8-065E-4F6F-8EFD-43104AB2E0CF}"/>
          </ac:spMkLst>
        </pc:spChg>
        <pc:spChg chg="add">
          <ac:chgData name="lishitarowjee@gmail.com" userId="07f49b259be8f6b3" providerId="LiveId" clId="{50B8129A-550A-4DCD-9E77-C2864DC3E209}" dt="2025-12-05T01:29:00.752" v="6077" actId="26606"/>
          <ac:spMkLst>
            <pc:docMk/>
            <pc:sldMk cId="612507476" sldId="276"/>
            <ac:spMk id="10" creationId="{C4285719-470E-454C-AF62-8323075F1F5B}"/>
          </ac:spMkLst>
        </pc:spChg>
        <pc:spChg chg="add">
          <ac:chgData name="lishitarowjee@gmail.com" userId="07f49b259be8f6b3" providerId="LiveId" clId="{50B8129A-550A-4DCD-9E77-C2864DC3E209}" dt="2025-12-05T01:29:00.752" v="6077" actId="26606"/>
          <ac:spMkLst>
            <pc:docMk/>
            <pc:sldMk cId="612507476" sldId="276"/>
            <ac:spMk id="12" creationId="{CD9FE4EF-C4D8-49A0-B2FF-81D8DB7D8A24}"/>
          </ac:spMkLst>
        </pc:spChg>
        <pc:spChg chg="add">
          <ac:chgData name="lishitarowjee@gmail.com" userId="07f49b259be8f6b3" providerId="LiveId" clId="{50B8129A-550A-4DCD-9E77-C2864DC3E209}" dt="2025-12-05T01:29:00.752" v="6077" actId="26606"/>
          <ac:spMkLst>
            <pc:docMk/>
            <pc:sldMk cId="612507476" sldId="276"/>
            <ac:spMk id="14" creationId="{4300840D-0A0B-4512-BACA-B439D5B9C57C}"/>
          </ac:spMkLst>
        </pc:spChg>
        <pc:spChg chg="add">
          <ac:chgData name="lishitarowjee@gmail.com" userId="07f49b259be8f6b3" providerId="LiveId" clId="{50B8129A-550A-4DCD-9E77-C2864DC3E209}" dt="2025-12-05T01:29:00.752" v="6077" actId="26606"/>
          <ac:spMkLst>
            <pc:docMk/>
            <pc:sldMk cId="612507476" sldId="276"/>
            <ac:spMk id="16" creationId="{D2B78728-A580-49A7-84F9-6EF6F583ADE0}"/>
          </ac:spMkLst>
        </pc:spChg>
        <pc:spChg chg="add">
          <ac:chgData name="lishitarowjee@gmail.com" userId="07f49b259be8f6b3" providerId="LiveId" clId="{50B8129A-550A-4DCD-9E77-C2864DC3E209}" dt="2025-12-05T01:29:00.752" v="6077" actId="26606"/>
          <ac:spMkLst>
            <pc:docMk/>
            <pc:sldMk cId="612507476" sldId="276"/>
            <ac:spMk id="18" creationId="{38FAA1A1-D861-433F-88FA-1E9D6FD31D11}"/>
          </ac:spMkLst>
        </pc:spChg>
        <pc:spChg chg="add">
          <ac:chgData name="lishitarowjee@gmail.com" userId="07f49b259be8f6b3" providerId="LiveId" clId="{50B8129A-550A-4DCD-9E77-C2864DC3E209}" dt="2025-12-05T01:29:00.752" v="6077" actId="26606"/>
          <ac:spMkLst>
            <pc:docMk/>
            <pc:sldMk cId="612507476" sldId="276"/>
            <ac:spMk id="20" creationId="{8D71EDA1-87BF-4D5D-AB79-F346FD19278A}"/>
          </ac:spMkLst>
        </pc:spChg>
      </pc:sldChg>
      <pc:sldChg chg="addSp modSp new mod setBg">
        <pc:chgData name="lishitarowjee@gmail.com" userId="07f49b259be8f6b3" providerId="LiveId" clId="{50B8129A-550A-4DCD-9E77-C2864DC3E209}" dt="2025-12-05T01:48:58.604" v="6490" actId="20577"/>
        <pc:sldMkLst>
          <pc:docMk/>
          <pc:sldMk cId="1313887187" sldId="277"/>
        </pc:sldMkLst>
        <pc:spChg chg="mod">
          <ac:chgData name="lishitarowjee@gmail.com" userId="07f49b259be8f6b3" providerId="LiveId" clId="{50B8129A-550A-4DCD-9E77-C2864DC3E209}" dt="2025-12-05T01:38:05.924" v="6326" actId="26606"/>
          <ac:spMkLst>
            <pc:docMk/>
            <pc:sldMk cId="1313887187" sldId="277"/>
            <ac:spMk id="2" creationId="{35B00BB5-7AD8-5F9F-6A50-C9DAECC2D6F8}"/>
          </ac:spMkLst>
        </pc:spChg>
        <pc:spChg chg="mod">
          <ac:chgData name="lishitarowjee@gmail.com" userId="07f49b259be8f6b3" providerId="LiveId" clId="{50B8129A-550A-4DCD-9E77-C2864DC3E209}" dt="2025-12-05T01:48:58.604" v="6490" actId="20577"/>
          <ac:spMkLst>
            <pc:docMk/>
            <pc:sldMk cId="1313887187" sldId="277"/>
            <ac:spMk id="3" creationId="{C3FB0C8E-8756-45E1-804F-A4EB82E27BB1}"/>
          </ac:spMkLst>
        </pc:spChg>
        <pc:spChg chg="add">
          <ac:chgData name="lishitarowjee@gmail.com" userId="07f49b259be8f6b3" providerId="LiveId" clId="{50B8129A-550A-4DCD-9E77-C2864DC3E209}" dt="2025-12-05T01:38:05.924" v="6326" actId="26606"/>
          <ac:spMkLst>
            <pc:docMk/>
            <pc:sldMk cId="1313887187" sldId="277"/>
            <ac:spMk id="8" creationId="{09588DA8-065E-4F6F-8EFD-43104AB2E0CF}"/>
          </ac:spMkLst>
        </pc:spChg>
        <pc:spChg chg="add">
          <ac:chgData name="lishitarowjee@gmail.com" userId="07f49b259be8f6b3" providerId="LiveId" clId="{50B8129A-550A-4DCD-9E77-C2864DC3E209}" dt="2025-12-05T01:38:05.924" v="6326" actId="26606"/>
          <ac:spMkLst>
            <pc:docMk/>
            <pc:sldMk cId="1313887187" sldId="277"/>
            <ac:spMk id="10" creationId="{C4285719-470E-454C-AF62-8323075F1F5B}"/>
          </ac:spMkLst>
        </pc:spChg>
        <pc:spChg chg="add">
          <ac:chgData name="lishitarowjee@gmail.com" userId="07f49b259be8f6b3" providerId="LiveId" clId="{50B8129A-550A-4DCD-9E77-C2864DC3E209}" dt="2025-12-05T01:38:05.924" v="6326" actId="26606"/>
          <ac:spMkLst>
            <pc:docMk/>
            <pc:sldMk cId="1313887187" sldId="277"/>
            <ac:spMk id="12" creationId="{CD9FE4EF-C4D8-49A0-B2FF-81D8DB7D8A24}"/>
          </ac:spMkLst>
        </pc:spChg>
        <pc:spChg chg="add">
          <ac:chgData name="lishitarowjee@gmail.com" userId="07f49b259be8f6b3" providerId="LiveId" clId="{50B8129A-550A-4DCD-9E77-C2864DC3E209}" dt="2025-12-05T01:38:05.924" v="6326" actId="26606"/>
          <ac:spMkLst>
            <pc:docMk/>
            <pc:sldMk cId="1313887187" sldId="277"/>
            <ac:spMk id="14" creationId="{4300840D-0A0B-4512-BACA-B439D5B9C57C}"/>
          </ac:spMkLst>
        </pc:spChg>
        <pc:spChg chg="add">
          <ac:chgData name="lishitarowjee@gmail.com" userId="07f49b259be8f6b3" providerId="LiveId" clId="{50B8129A-550A-4DCD-9E77-C2864DC3E209}" dt="2025-12-05T01:38:05.924" v="6326" actId="26606"/>
          <ac:spMkLst>
            <pc:docMk/>
            <pc:sldMk cId="1313887187" sldId="277"/>
            <ac:spMk id="16" creationId="{D2B78728-A580-49A7-84F9-6EF6F583ADE0}"/>
          </ac:spMkLst>
        </pc:spChg>
        <pc:spChg chg="add">
          <ac:chgData name="lishitarowjee@gmail.com" userId="07f49b259be8f6b3" providerId="LiveId" clId="{50B8129A-550A-4DCD-9E77-C2864DC3E209}" dt="2025-12-05T01:38:05.924" v="6326" actId="26606"/>
          <ac:spMkLst>
            <pc:docMk/>
            <pc:sldMk cId="1313887187" sldId="277"/>
            <ac:spMk id="18" creationId="{38FAA1A1-D861-433F-88FA-1E9D6FD31D11}"/>
          </ac:spMkLst>
        </pc:spChg>
        <pc:spChg chg="add">
          <ac:chgData name="lishitarowjee@gmail.com" userId="07f49b259be8f6b3" providerId="LiveId" clId="{50B8129A-550A-4DCD-9E77-C2864DC3E209}" dt="2025-12-05T01:38:05.924" v="6326" actId="26606"/>
          <ac:spMkLst>
            <pc:docMk/>
            <pc:sldMk cId="1313887187" sldId="277"/>
            <ac:spMk id="20" creationId="{8D71EDA1-87BF-4D5D-AB79-F346FD19278A}"/>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BD84AA6-2985-436A-95F6-626B3BB8B365}" type="doc">
      <dgm:prSet loTypeId="urn:microsoft.com/office/officeart/2016/7/layout/LinearBlockProcessNumbered" loCatId="process" qsTypeId="urn:microsoft.com/office/officeart/2005/8/quickstyle/simple1" qsCatId="simple" csTypeId="urn:microsoft.com/office/officeart/2005/8/colors/accent1_1" csCatId="accent1" phldr="1"/>
      <dgm:spPr/>
      <dgm:t>
        <a:bodyPr/>
        <a:lstStyle/>
        <a:p>
          <a:endParaRPr lang="en-US"/>
        </a:p>
      </dgm:t>
    </dgm:pt>
    <dgm:pt modelId="{0BBC2FE3-820F-4D66-BE76-2FECE30CE86C}">
      <dgm:prSet custT="1"/>
      <dgm:spPr/>
      <dgm:t>
        <a:bodyPr/>
        <a:lstStyle/>
        <a:p>
          <a:r>
            <a:rPr lang="en-CA" sz="2000" dirty="0"/>
            <a:t>H1: </a:t>
          </a:r>
          <a:r>
            <a:rPr lang="en-US" sz="2000" dirty="0"/>
            <a:t>ITS 3-mer profiles contain enough variation to allow accurate classification of </a:t>
          </a:r>
          <a:r>
            <a:rPr lang="en-US" sz="2000" i="1" dirty="0"/>
            <a:t>A. fumigatus</a:t>
          </a:r>
          <a:r>
            <a:rPr lang="en-US" sz="2000" dirty="0"/>
            <a:t>, </a:t>
          </a:r>
          <a:r>
            <a:rPr lang="en-US" sz="2000" i="1" dirty="0"/>
            <a:t>A. niger</a:t>
          </a:r>
          <a:r>
            <a:rPr lang="en-US" sz="2000" dirty="0"/>
            <a:t>, and </a:t>
          </a:r>
          <a:r>
            <a:rPr lang="en-US" sz="2000" i="1" dirty="0"/>
            <a:t>A. flavus</a:t>
          </a:r>
          <a:r>
            <a:rPr lang="en-US" sz="2000" dirty="0"/>
            <a:t> using machine-learning models.</a:t>
          </a:r>
        </a:p>
      </dgm:t>
    </dgm:pt>
    <dgm:pt modelId="{2D2B16B3-9547-41F5-9781-BDF753B9C5E3}" type="parTrans" cxnId="{38C82B05-54D7-4065-AF4C-C2346386BE0C}">
      <dgm:prSet/>
      <dgm:spPr/>
      <dgm:t>
        <a:bodyPr/>
        <a:lstStyle/>
        <a:p>
          <a:endParaRPr lang="en-US"/>
        </a:p>
      </dgm:t>
    </dgm:pt>
    <dgm:pt modelId="{F9F77B43-6BBB-4075-AB8A-B91AF7132997}" type="sibTrans" cxnId="{38C82B05-54D7-4065-AF4C-C2346386BE0C}">
      <dgm:prSet phldrT="01" phldr="0"/>
      <dgm:spPr/>
      <dgm:t>
        <a:bodyPr/>
        <a:lstStyle/>
        <a:p>
          <a:pPr algn="ctr"/>
          <a:r>
            <a:rPr lang="en-US" dirty="0"/>
            <a:t>01</a:t>
          </a:r>
        </a:p>
      </dgm:t>
    </dgm:pt>
    <dgm:pt modelId="{FB2ED9CE-A24D-4531-BBCD-F61B3C9B8B5E}">
      <dgm:prSet custT="1"/>
      <dgm:spPr/>
      <dgm:t>
        <a:bodyPr/>
        <a:lstStyle/>
        <a:p>
          <a:r>
            <a:rPr lang="en-US" sz="2000" dirty="0"/>
            <a:t>H2: ITS k-mer profiles of </a:t>
          </a:r>
          <a:r>
            <a:rPr lang="en-US" sz="2000" i="1" dirty="0"/>
            <a:t>A. fumigatus</a:t>
          </a:r>
          <a:r>
            <a:rPr lang="en-US" sz="2000" dirty="0"/>
            <a:t>, </a:t>
          </a:r>
          <a:r>
            <a:rPr lang="en-US" sz="2000" i="1" dirty="0"/>
            <a:t>A. niger</a:t>
          </a:r>
          <a:r>
            <a:rPr lang="en-US" sz="2000" dirty="0"/>
            <a:t>, and </a:t>
          </a:r>
          <a:r>
            <a:rPr lang="en-US" sz="2000" i="1" dirty="0"/>
            <a:t>A. flavus</a:t>
          </a:r>
          <a:r>
            <a:rPr lang="en-US" sz="2000" dirty="0"/>
            <a:t> may overlap, leading to misclassification in PCA and machine-learning models.</a:t>
          </a:r>
        </a:p>
      </dgm:t>
    </dgm:pt>
    <dgm:pt modelId="{6E6E73B6-3114-4D02-A71D-B136EEBAA7B6}" type="parTrans" cxnId="{201BC73E-480D-437D-8FA4-9EA62CFA1472}">
      <dgm:prSet/>
      <dgm:spPr/>
      <dgm:t>
        <a:bodyPr/>
        <a:lstStyle/>
        <a:p>
          <a:endParaRPr lang="en-US"/>
        </a:p>
      </dgm:t>
    </dgm:pt>
    <dgm:pt modelId="{6B83274E-9F44-4CDE-9B8E-A2EE16A86B6D}" type="sibTrans" cxnId="{201BC73E-480D-437D-8FA4-9EA62CFA1472}">
      <dgm:prSet phldrT="02" phldr="0"/>
      <dgm:spPr/>
      <dgm:t>
        <a:bodyPr/>
        <a:lstStyle/>
        <a:p>
          <a:pPr algn="ctr"/>
          <a:r>
            <a:rPr lang="en-US" dirty="0"/>
            <a:t>02</a:t>
          </a:r>
        </a:p>
      </dgm:t>
    </dgm:pt>
    <dgm:pt modelId="{9E87AF2B-31FA-4BE8-9ACD-049021538E82}">
      <dgm:prSet custT="1"/>
      <dgm:spPr/>
      <dgm:t>
        <a:bodyPr/>
        <a:lstStyle/>
        <a:p>
          <a:r>
            <a:rPr lang="en-US" sz="1900" dirty="0"/>
            <a:t>H3: Sequencing errors, low-quality sequences, and ambiguous bases are present in public ITS datasets, and these quality issues can be detected through exploratory sequence metrics and removed through preprocessing</a:t>
          </a:r>
        </a:p>
      </dgm:t>
    </dgm:pt>
    <dgm:pt modelId="{E6EEA636-2827-4BF8-B814-5A8F8A3B7A68}" type="parTrans" cxnId="{7D7B0B70-E6E0-4D83-B0B7-F3721DF97D9D}">
      <dgm:prSet/>
      <dgm:spPr/>
      <dgm:t>
        <a:bodyPr/>
        <a:lstStyle/>
        <a:p>
          <a:endParaRPr lang="en-US"/>
        </a:p>
      </dgm:t>
    </dgm:pt>
    <dgm:pt modelId="{8B7AB418-D211-49FC-A916-BFF1D2AA9A55}" type="sibTrans" cxnId="{7D7B0B70-E6E0-4D83-B0B7-F3721DF97D9D}">
      <dgm:prSet phldrT="03" phldr="0"/>
      <dgm:spPr/>
      <dgm:t>
        <a:bodyPr/>
        <a:lstStyle/>
        <a:p>
          <a:pPr algn="ctr"/>
          <a:r>
            <a:rPr lang="en-US" dirty="0"/>
            <a:t>03</a:t>
          </a:r>
        </a:p>
      </dgm:t>
    </dgm:pt>
    <dgm:pt modelId="{767E8CE2-FB07-4E39-94F0-38CFE4B7C675}">
      <dgm:prSet custT="1"/>
      <dgm:spPr/>
      <dgm:t>
        <a:bodyPr/>
        <a:lstStyle/>
        <a:p>
          <a:r>
            <a:rPr lang="en-US" sz="2200" dirty="0"/>
            <a:t>H4: Unequal numbers of </a:t>
          </a:r>
          <a:r>
            <a:rPr lang="en-US" sz="2000" dirty="0"/>
            <a:t>sequences</a:t>
          </a:r>
          <a:r>
            <a:rPr lang="en-US" sz="2200" dirty="0"/>
            <a:t> per species exist in the dataset, which may influence downstream machine learning analyses.</a:t>
          </a:r>
        </a:p>
      </dgm:t>
    </dgm:pt>
    <dgm:pt modelId="{737D1F54-B779-478F-B0A9-FB962B743B10}" type="parTrans" cxnId="{4D6EF3E0-C0CA-4A69-9250-7274A4396F24}">
      <dgm:prSet/>
      <dgm:spPr/>
      <dgm:t>
        <a:bodyPr/>
        <a:lstStyle/>
        <a:p>
          <a:endParaRPr lang="en-US"/>
        </a:p>
      </dgm:t>
    </dgm:pt>
    <dgm:pt modelId="{66857378-8799-48BF-9405-8A3FFFE4775E}" type="sibTrans" cxnId="{4D6EF3E0-C0CA-4A69-9250-7274A4396F24}">
      <dgm:prSet phldrT="04" phldr="0"/>
      <dgm:spPr/>
      <dgm:t>
        <a:bodyPr/>
        <a:lstStyle/>
        <a:p>
          <a:pPr algn="ctr"/>
          <a:r>
            <a:rPr lang="en-US" dirty="0"/>
            <a:t>04</a:t>
          </a:r>
        </a:p>
      </dgm:t>
    </dgm:pt>
    <dgm:pt modelId="{CE5A35C0-FFB8-4039-A447-137003915D10}" type="pres">
      <dgm:prSet presAssocID="{9BD84AA6-2985-436A-95F6-626B3BB8B365}" presName="Name0" presStyleCnt="0">
        <dgm:presLayoutVars>
          <dgm:animLvl val="lvl"/>
          <dgm:resizeHandles val="exact"/>
        </dgm:presLayoutVars>
      </dgm:prSet>
      <dgm:spPr/>
    </dgm:pt>
    <dgm:pt modelId="{2A85B550-32CF-4D29-B41B-44C106C9E748}" type="pres">
      <dgm:prSet presAssocID="{0BBC2FE3-820F-4D66-BE76-2FECE30CE86C}" presName="compositeNode" presStyleCnt="0">
        <dgm:presLayoutVars>
          <dgm:bulletEnabled val="1"/>
        </dgm:presLayoutVars>
      </dgm:prSet>
      <dgm:spPr/>
    </dgm:pt>
    <dgm:pt modelId="{084635E0-455C-46C8-B2D6-02BAF092F81C}" type="pres">
      <dgm:prSet presAssocID="{0BBC2FE3-820F-4D66-BE76-2FECE30CE86C}" presName="bgRect" presStyleLbl="alignNode1" presStyleIdx="0" presStyleCnt="4" custScaleY="164316" custLinFactNeighborX="1221" custLinFactNeighborY="0"/>
      <dgm:spPr/>
    </dgm:pt>
    <dgm:pt modelId="{B2C2DF11-6D51-403F-9DAB-F1DCC47972FC}" type="pres">
      <dgm:prSet presAssocID="{F9F77B43-6BBB-4075-AB8A-B91AF7132997}" presName="sibTransNodeRect" presStyleLbl="alignNode1" presStyleIdx="0" presStyleCnt="4">
        <dgm:presLayoutVars>
          <dgm:chMax val="0"/>
          <dgm:bulletEnabled val="1"/>
        </dgm:presLayoutVars>
      </dgm:prSet>
      <dgm:spPr/>
    </dgm:pt>
    <dgm:pt modelId="{FC1FB7A4-903F-470A-9325-0E72606B3E1F}" type="pres">
      <dgm:prSet presAssocID="{0BBC2FE3-820F-4D66-BE76-2FECE30CE86C}" presName="nodeRect" presStyleLbl="alignNode1" presStyleIdx="0" presStyleCnt="4">
        <dgm:presLayoutVars>
          <dgm:bulletEnabled val="1"/>
        </dgm:presLayoutVars>
      </dgm:prSet>
      <dgm:spPr/>
    </dgm:pt>
    <dgm:pt modelId="{8C175B45-9844-493A-8213-A6CE92155A4F}" type="pres">
      <dgm:prSet presAssocID="{F9F77B43-6BBB-4075-AB8A-B91AF7132997}" presName="sibTrans" presStyleCnt="0"/>
      <dgm:spPr/>
    </dgm:pt>
    <dgm:pt modelId="{6051A6DC-B4F1-4FB1-A32B-FC39FFC80EF1}" type="pres">
      <dgm:prSet presAssocID="{FB2ED9CE-A24D-4531-BBCD-F61B3C9B8B5E}" presName="compositeNode" presStyleCnt="0">
        <dgm:presLayoutVars>
          <dgm:bulletEnabled val="1"/>
        </dgm:presLayoutVars>
      </dgm:prSet>
      <dgm:spPr/>
    </dgm:pt>
    <dgm:pt modelId="{A025A93A-2527-4F7A-9591-ED2171ADD0F9}" type="pres">
      <dgm:prSet presAssocID="{FB2ED9CE-A24D-4531-BBCD-F61B3C9B8B5E}" presName="bgRect" presStyleLbl="alignNode1" presStyleIdx="1" presStyleCnt="4" custScaleY="164316" custLinFactNeighborX="-916" custLinFactNeighborY="37141"/>
      <dgm:spPr/>
    </dgm:pt>
    <dgm:pt modelId="{0BB86E10-EEE1-46B6-A4F6-2BBD482870B4}" type="pres">
      <dgm:prSet presAssocID="{6B83274E-9F44-4CDE-9B8E-A2EE16A86B6D}" presName="sibTransNodeRect" presStyleLbl="alignNode1" presStyleIdx="1" presStyleCnt="4">
        <dgm:presLayoutVars>
          <dgm:chMax val="0"/>
          <dgm:bulletEnabled val="1"/>
        </dgm:presLayoutVars>
      </dgm:prSet>
      <dgm:spPr/>
    </dgm:pt>
    <dgm:pt modelId="{D5C2D5F5-A43A-42F4-886B-E0C0FC0B0410}" type="pres">
      <dgm:prSet presAssocID="{FB2ED9CE-A24D-4531-BBCD-F61B3C9B8B5E}" presName="nodeRect" presStyleLbl="alignNode1" presStyleIdx="1" presStyleCnt="4">
        <dgm:presLayoutVars>
          <dgm:bulletEnabled val="1"/>
        </dgm:presLayoutVars>
      </dgm:prSet>
      <dgm:spPr/>
    </dgm:pt>
    <dgm:pt modelId="{7339F1DC-AB3B-4740-AD35-36A911452DF9}" type="pres">
      <dgm:prSet presAssocID="{6B83274E-9F44-4CDE-9B8E-A2EE16A86B6D}" presName="sibTrans" presStyleCnt="0"/>
      <dgm:spPr/>
    </dgm:pt>
    <dgm:pt modelId="{80C1C191-5E5A-4B68-8654-AA52F6B97E5A}" type="pres">
      <dgm:prSet presAssocID="{9E87AF2B-31FA-4BE8-9ACD-049021538E82}" presName="compositeNode" presStyleCnt="0">
        <dgm:presLayoutVars>
          <dgm:bulletEnabled val="1"/>
        </dgm:presLayoutVars>
      </dgm:prSet>
      <dgm:spPr/>
    </dgm:pt>
    <dgm:pt modelId="{FF569A06-5054-4945-8DD6-67711B88824F}" type="pres">
      <dgm:prSet presAssocID="{9E87AF2B-31FA-4BE8-9ACD-049021538E82}" presName="bgRect" presStyleLbl="alignNode1" presStyleIdx="2" presStyleCnt="4" custScaleY="164316"/>
      <dgm:spPr/>
    </dgm:pt>
    <dgm:pt modelId="{3DB2AF93-176D-4DB4-ABF6-F70BA1F47BFD}" type="pres">
      <dgm:prSet presAssocID="{8B7AB418-D211-49FC-A916-BFF1D2AA9A55}" presName="sibTransNodeRect" presStyleLbl="alignNode1" presStyleIdx="2" presStyleCnt="4">
        <dgm:presLayoutVars>
          <dgm:chMax val="0"/>
          <dgm:bulletEnabled val="1"/>
        </dgm:presLayoutVars>
      </dgm:prSet>
      <dgm:spPr/>
    </dgm:pt>
    <dgm:pt modelId="{20C278F8-1A18-4108-B01E-7BB002BE00D8}" type="pres">
      <dgm:prSet presAssocID="{9E87AF2B-31FA-4BE8-9ACD-049021538E82}" presName="nodeRect" presStyleLbl="alignNode1" presStyleIdx="2" presStyleCnt="4">
        <dgm:presLayoutVars>
          <dgm:bulletEnabled val="1"/>
        </dgm:presLayoutVars>
      </dgm:prSet>
      <dgm:spPr/>
    </dgm:pt>
    <dgm:pt modelId="{2C28FBEF-69B7-44CC-9F3D-73287985F75E}" type="pres">
      <dgm:prSet presAssocID="{8B7AB418-D211-49FC-A916-BFF1D2AA9A55}" presName="sibTrans" presStyleCnt="0"/>
      <dgm:spPr/>
    </dgm:pt>
    <dgm:pt modelId="{4886E423-B607-4BFD-816C-9ABBFE582AD8}" type="pres">
      <dgm:prSet presAssocID="{767E8CE2-FB07-4E39-94F0-38CFE4B7C675}" presName="compositeNode" presStyleCnt="0">
        <dgm:presLayoutVars>
          <dgm:bulletEnabled val="1"/>
        </dgm:presLayoutVars>
      </dgm:prSet>
      <dgm:spPr/>
    </dgm:pt>
    <dgm:pt modelId="{4DBC1AFF-098A-4EAD-BF99-CF92AEC83BD8}" type="pres">
      <dgm:prSet presAssocID="{767E8CE2-FB07-4E39-94F0-38CFE4B7C675}" presName="bgRect" presStyleLbl="alignNode1" presStyleIdx="3" presStyleCnt="4" custScaleY="164316" custLinFactNeighborX="611" custLinFactNeighborY="0"/>
      <dgm:spPr/>
    </dgm:pt>
    <dgm:pt modelId="{F5D91AD0-B5D8-4801-BFB3-C6BD291A4B3D}" type="pres">
      <dgm:prSet presAssocID="{66857378-8799-48BF-9405-8A3FFFE4775E}" presName="sibTransNodeRect" presStyleLbl="alignNode1" presStyleIdx="3" presStyleCnt="4" custScaleY="58649">
        <dgm:presLayoutVars>
          <dgm:chMax val="0"/>
          <dgm:bulletEnabled val="1"/>
        </dgm:presLayoutVars>
      </dgm:prSet>
      <dgm:spPr/>
    </dgm:pt>
    <dgm:pt modelId="{070E7D2F-807E-4F7D-BD3B-84CE48D92948}" type="pres">
      <dgm:prSet presAssocID="{767E8CE2-FB07-4E39-94F0-38CFE4B7C675}" presName="nodeRect" presStyleLbl="alignNode1" presStyleIdx="3" presStyleCnt="4">
        <dgm:presLayoutVars>
          <dgm:bulletEnabled val="1"/>
        </dgm:presLayoutVars>
      </dgm:prSet>
      <dgm:spPr/>
    </dgm:pt>
  </dgm:ptLst>
  <dgm:cxnLst>
    <dgm:cxn modelId="{410FB001-79C6-447E-BEE9-CC1B03BC19E3}" type="presOf" srcId="{6B83274E-9F44-4CDE-9B8E-A2EE16A86B6D}" destId="{0BB86E10-EEE1-46B6-A4F6-2BBD482870B4}" srcOrd="0" destOrd="0" presId="urn:microsoft.com/office/officeart/2016/7/layout/LinearBlockProcessNumbered"/>
    <dgm:cxn modelId="{38C82B05-54D7-4065-AF4C-C2346386BE0C}" srcId="{9BD84AA6-2985-436A-95F6-626B3BB8B365}" destId="{0BBC2FE3-820F-4D66-BE76-2FECE30CE86C}" srcOrd="0" destOrd="0" parTransId="{2D2B16B3-9547-41F5-9781-BDF753B9C5E3}" sibTransId="{F9F77B43-6BBB-4075-AB8A-B91AF7132997}"/>
    <dgm:cxn modelId="{A148AC06-3767-4B88-B79D-632C1C29F6F5}" type="presOf" srcId="{0BBC2FE3-820F-4D66-BE76-2FECE30CE86C}" destId="{084635E0-455C-46C8-B2D6-02BAF092F81C}" srcOrd="0" destOrd="0" presId="urn:microsoft.com/office/officeart/2016/7/layout/LinearBlockProcessNumbered"/>
    <dgm:cxn modelId="{201BC73E-480D-437D-8FA4-9EA62CFA1472}" srcId="{9BD84AA6-2985-436A-95F6-626B3BB8B365}" destId="{FB2ED9CE-A24D-4531-BBCD-F61B3C9B8B5E}" srcOrd="1" destOrd="0" parTransId="{6E6E73B6-3114-4D02-A71D-B136EEBAA7B6}" sibTransId="{6B83274E-9F44-4CDE-9B8E-A2EE16A86B6D}"/>
    <dgm:cxn modelId="{A7A00940-2AE6-4E7F-A39E-FB91CD5655DD}" type="presOf" srcId="{FB2ED9CE-A24D-4531-BBCD-F61B3C9B8B5E}" destId="{D5C2D5F5-A43A-42F4-886B-E0C0FC0B0410}" srcOrd="1" destOrd="0" presId="urn:microsoft.com/office/officeart/2016/7/layout/LinearBlockProcessNumbered"/>
    <dgm:cxn modelId="{E2F1D361-F084-4B11-869E-25AA2BF192BC}" type="presOf" srcId="{767E8CE2-FB07-4E39-94F0-38CFE4B7C675}" destId="{070E7D2F-807E-4F7D-BD3B-84CE48D92948}" srcOrd="1" destOrd="0" presId="urn:microsoft.com/office/officeart/2016/7/layout/LinearBlockProcessNumbered"/>
    <dgm:cxn modelId="{BB942A6F-0FB7-46F5-AD03-2BABF95D4894}" type="presOf" srcId="{9E87AF2B-31FA-4BE8-9ACD-049021538E82}" destId="{20C278F8-1A18-4108-B01E-7BB002BE00D8}" srcOrd="1" destOrd="0" presId="urn:microsoft.com/office/officeart/2016/7/layout/LinearBlockProcessNumbered"/>
    <dgm:cxn modelId="{7D7B0B70-E6E0-4D83-B0B7-F3721DF97D9D}" srcId="{9BD84AA6-2985-436A-95F6-626B3BB8B365}" destId="{9E87AF2B-31FA-4BE8-9ACD-049021538E82}" srcOrd="2" destOrd="0" parTransId="{E6EEA636-2827-4BF8-B814-5A8F8A3B7A68}" sibTransId="{8B7AB418-D211-49FC-A916-BFF1D2AA9A55}"/>
    <dgm:cxn modelId="{87BFE371-92B9-441C-8666-56D360C807C6}" type="presOf" srcId="{9E87AF2B-31FA-4BE8-9ACD-049021538E82}" destId="{FF569A06-5054-4945-8DD6-67711B88824F}" srcOrd="0" destOrd="0" presId="urn:microsoft.com/office/officeart/2016/7/layout/LinearBlockProcessNumbered"/>
    <dgm:cxn modelId="{0052C075-EAA8-4F7B-BB1B-69DC2CBA45EF}" type="presOf" srcId="{767E8CE2-FB07-4E39-94F0-38CFE4B7C675}" destId="{4DBC1AFF-098A-4EAD-BF99-CF92AEC83BD8}" srcOrd="0" destOrd="0" presId="urn:microsoft.com/office/officeart/2016/7/layout/LinearBlockProcessNumbered"/>
    <dgm:cxn modelId="{F5F05159-9CEB-424A-9713-D8E99703617E}" type="presOf" srcId="{F9F77B43-6BBB-4075-AB8A-B91AF7132997}" destId="{B2C2DF11-6D51-403F-9DAB-F1DCC47972FC}" srcOrd="0" destOrd="0" presId="urn:microsoft.com/office/officeart/2016/7/layout/LinearBlockProcessNumbered"/>
    <dgm:cxn modelId="{B34C5DB0-F2DA-4B50-9029-5F0C0A3E0851}" type="presOf" srcId="{FB2ED9CE-A24D-4531-BBCD-F61B3C9B8B5E}" destId="{A025A93A-2527-4F7A-9591-ED2171ADD0F9}" srcOrd="0" destOrd="0" presId="urn:microsoft.com/office/officeart/2016/7/layout/LinearBlockProcessNumbered"/>
    <dgm:cxn modelId="{536F55D1-328E-4F75-A9E8-7CBF283036F8}" type="presOf" srcId="{8B7AB418-D211-49FC-A916-BFF1D2AA9A55}" destId="{3DB2AF93-176D-4DB4-ABF6-F70BA1F47BFD}" srcOrd="0" destOrd="0" presId="urn:microsoft.com/office/officeart/2016/7/layout/LinearBlockProcessNumbered"/>
    <dgm:cxn modelId="{768CB0DB-BE3C-4141-A89A-4E8F3D8AC146}" type="presOf" srcId="{0BBC2FE3-820F-4D66-BE76-2FECE30CE86C}" destId="{FC1FB7A4-903F-470A-9325-0E72606B3E1F}" srcOrd="1" destOrd="0" presId="urn:microsoft.com/office/officeart/2016/7/layout/LinearBlockProcessNumbered"/>
    <dgm:cxn modelId="{4D6EF3E0-C0CA-4A69-9250-7274A4396F24}" srcId="{9BD84AA6-2985-436A-95F6-626B3BB8B365}" destId="{767E8CE2-FB07-4E39-94F0-38CFE4B7C675}" srcOrd="3" destOrd="0" parTransId="{737D1F54-B779-478F-B0A9-FB962B743B10}" sibTransId="{66857378-8799-48BF-9405-8A3FFFE4775E}"/>
    <dgm:cxn modelId="{562C6FE6-F6C9-4093-8933-80517CA11891}" type="presOf" srcId="{9BD84AA6-2985-436A-95F6-626B3BB8B365}" destId="{CE5A35C0-FFB8-4039-A447-137003915D10}" srcOrd="0" destOrd="0" presId="urn:microsoft.com/office/officeart/2016/7/layout/LinearBlockProcessNumbered"/>
    <dgm:cxn modelId="{C06910EE-71E8-4951-BBB8-7748514411AF}" type="presOf" srcId="{66857378-8799-48BF-9405-8A3FFFE4775E}" destId="{F5D91AD0-B5D8-4801-BFB3-C6BD291A4B3D}" srcOrd="0" destOrd="0" presId="urn:microsoft.com/office/officeart/2016/7/layout/LinearBlockProcessNumbered"/>
    <dgm:cxn modelId="{153A0D5B-F5B0-473F-BEAB-BEA58C8D6B60}" type="presParOf" srcId="{CE5A35C0-FFB8-4039-A447-137003915D10}" destId="{2A85B550-32CF-4D29-B41B-44C106C9E748}" srcOrd="0" destOrd="0" presId="urn:microsoft.com/office/officeart/2016/7/layout/LinearBlockProcessNumbered"/>
    <dgm:cxn modelId="{E45806D6-2E55-4BF2-880F-B697A309C37A}" type="presParOf" srcId="{2A85B550-32CF-4D29-B41B-44C106C9E748}" destId="{084635E0-455C-46C8-B2D6-02BAF092F81C}" srcOrd="0" destOrd="0" presId="urn:microsoft.com/office/officeart/2016/7/layout/LinearBlockProcessNumbered"/>
    <dgm:cxn modelId="{7D57C752-5080-4CC4-9BA0-F581470AE595}" type="presParOf" srcId="{2A85B550-32CF-4D29-B41B-44C106C9E748}" destId="{B2C2DF11-6D51-403F-9DAB-F1DCC47972FC}" srcOrd="1" destOrd="0" presId="urn:microsoft.com/office/officeart/2016/7/layout/LinearBlockProcessNumbered"/>
    <dgm:cxn modelId="{B45917D1-0C65-49AD-89FC-BD1EB6EF544B}" type="presParOf" srcId="{2A85B550-32CF-4D29-B41B-44C106C9E748}" destId="{FC1FB7A4-903F-470A-9325-0E72606B3E1F}" srcOrd="2" destOrd="0" presId="urn:microsoft.com/office/officeart/2016/7/layout/LinearBlockProcessNumbered"/>
    <dgm:cxn modelId="{14894754-5D64-4A61-ACE4-CD853F628121}" type="presParOf" srcId="{CE5A35C0-FFB8-4039-A447-137003915D10}" destId="{8C175B45-9844-493A-8213-A6CE92155A4F}" srcOrd="1" destOrd="0" presId="urn:microsoft.com/office/officeart/2016/7/layout/LinearBlockProcessNumbered"/>
    <dgm:cxn modelId="{F1292A63-FED7-4390-9CD9-8BDD742FB8A2}" type="presParOf" srcId="{CE5A35C0-FFB8-4039-A447-137003915D10}" destId="{6051A6DC-B4F1-4FB1-A32B-FC39FFC80EF1}" srcOrd="2" destOrd="0" presId="urn:microsoft.com/office/officeart/2016/7/layout/LinearBlockProcessNumbered"/>
    <dgm:cxn modelId="{AA7FABD6-D19A-4E34-B2F5-31A262F0959F}" type="presParOf" srcId="{6051A6DC-B4F1-4FB1-A32B-FC39FFC80EF1}" destId="{A025A93A-2527-4F7A-9591-ED2171ADD0F9}" srcOrd="0" destOrd="0" presId="urn:microsoft.com/office/officeart/2016/7/layout/LinearBlockProcessNumbered"/>
    <dgm:cxn modelId="{8C59274B-F378-487A-8103-79ED16A3E5DF}" type="presParOf" srcId="{6051A6DC-B4F1-4FB1-A32B-FC39FFC80EF1}" destId="{0BB86E10-EEE1-46B6-A4F6-2BBD482870B4}" srcOrd="1" destOrd="0" presId="urn:microsoft.com/office/officeart/2016/7/layout/LinearBlockProcessNumbered"/>
    <dgm:cxn modelId="{92BF410A-0FE9-412C-B2FD-1F6303D3BA75}" type="presParOf" srcId="{6051A6DC-B4F1-4FB1-A32B-FC39FFC80EF1}" destId="{D5C2D5F5-A43A-42F4-886B-E0C0FC0B0410}" srcOrd="2" destOrd="0" presId="urn:microsoft.com/office/officeart/2016/7/layout/LinearBlockProcessNumbered"/>
    <dgm:cxn modelId="{BB913579-437E-4149-B77B-DA89709BCC8A}" type="presParOf" srcId="{CE5A35C0-FFB8-4039-A447-137003915D10}" destId="{7339F1DC-AB3B-4740-AD35-36A911452DF9}" srcOrd="3" destOrd="0" presId="urn:microsoft.com/office/officeart/2016/7/layout/LinearBlockProcessNumbered"/>
    <dgm:cxn modelId="{93C49B0C-4665-4564-AFAA-42F771C3489F}" type="presParOf" srcId="{CE5A35C0-FFB8-4039-A447-137003915D10}" destId="{80C1C191-5E5A-4B68-8654-AA52F6B97E5A}" srcOrd="4" destOrd="0" presId="urn:microsoft.com/office/officeart/2016/7/layout/LinearBlockProcessNumbered"/>
    <dgm:cxn modelId="{219A10CB-1980-4B86-A4EE-423DB6528F07}" type="presParOf" srcId="{80C1C191-5E5A-4B68-8654-AA52F6B97E5A}" destId="{FF569A06-5054-4945-8DD6-67711B88824F}" srcOrd="0" destOrd="0" presId="urn:microsoft.com/office/officeart/2016/7/layout/LinearBlockProcessNumbered"/>
    <dgm:cxn modelId="{91A25E25-002F-40B8-A311-BC252E76732B}" type="presParOf" srcId="{80C1C191-5E5A-4B68-8654-AA52F6B97E5A}" destId="{3DB2AF93-176D-4DB4-ABF6-F70BA1F47BFD}" srcOrd="1" destOrd="0" presId="urn:microsoft.com/office/officeart/2016/7/layout/LinearBlockProcessNumbered"/>
    <dgm:cxn modelId="{6BF3AB9C-347E-479C-BED9-BB4297AF40F0}" type="presParOf" srcId="{80C1C191-5E5A-4B68-8654-AA52F6B97E5A}" destId="{20C278F8-1A18-4108-B01E-7BB002BE00D8}" srcOrd="2" destOrd="0" presId="urn:microsoft.com/office/officeart/2016/7/layout/LinearBlockProcessNumbered"/>
    <dgm:cxn modelId="{91BF4522-8B3E-404C-95CF-6741CF1792E0}" type="presParOf" srcId="{CE5A35C0-FFB8-4039-A447-137003915D10}" destId="{2C28FBEF-69B7-44CC-9F3D-73287985F75E}" srcOrd="5" destOrd="0" presId="urn:microsoft.com/office/officeart/2016/7/layout/LinearBlockProcessNumbered"/>
    <dgm:cxn modelId="{3B5C162F-677B-4827-94FA-24A727689406}" type="presParOf" srcId="{CE5A35C0-FFB8-4039-A447-137003915D10}" destId="{4886E423-B607-4BFD-816C-9ABBFE582AD8}" srcOrd="6" destOrd="0" presId="urn:microsoft.com/office/officeart/2016/7/layout/LinearBlockProcessNumbered"/>
    <dgm:cxn modelId="{3344C8FC-56FA-490C-AD97-E3817699F47E}" type="presParOf" srcId="{4886E423-B607-4BFD-816C-9ABBFE582AD8}" destId="{4DBC1AFF-098A-4EAD-BF99-CF92AEC83BD8}" srcOrd="0" destOrd="0" presId="urn:microsoft.com/office/officeart/2016/7/layout/LinearBlockProcessNumbered"/>
    <dgm:cxn modelId="{E86A660C-0FED-4242-8538-F9EDF4E400D0}" type="presParOf" srcId="{4886E423-B607-4BFD-816C-9ABBFE582AD8}" destId="{F5D91AD0-B5D8-4801-BFB3-C6BD291A4B3D}" srcOrd="1" destOrd="0" presId="urn:microsoft.com/office/officeart/2016/7/layout/LinearBlockProcessNumbered"/>
    <dgm:cxn modelId="{21C0EA5A-D039-4199-A8E6-5BCF4F9EA3D8}" type="presParOf" srcId="{4886E423-B607-4BFD-816C-9ABBFE582AD8}" destId="{070E7D2F-807E-4F7D-BD3B-84CE48D92948}"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35E0-455C-46C8-B2D6-02BAF092F81C}">
      <dsp:nvSpPr>
        <dsp:cNvPr id="0" name=""/>
        <dsp:cNvSpPr/>
      </dsp:nvSpPr>
      <dsp:spPr>
        <a:xfrm>
          <a:off x="34094" y="-1"/>
          <a:ext cx="2773523" cy="5468810"/>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3962" tIns="0" rIns="273962" bIns="330200" numCol="1" spcCol="1270" anchor="t" anchorCtr="0">
          <a:noAutofit/>
        </a:bodyPr>
        <a:lstStyle/>
        <a:p>
          <a:pPr marL="0" lvl="0" indent="0" algn="l" defTabSz="889000">
            <a:lnSpc>
              <a:spcPct val="90000"/>
            </a:lnSpc>
            <a:spcBef>
              <a:spcPct val="0"/>
            </a:spcBef>
            <a:spcAft>
              <a:spcPct val="35000"/>
            </a:spcAft>
            <a:buNone/>
          </a:pPr>
          <a:r>
            <a:rPr lang="en-CA" sz="2000" kern="1200" dirty="0"/>
            <a:t>H1: </a:t>
          </a:r>
          <a:r>
            <a:rPr lang="en-US" sz="2000" kern="1200" dirty="0"/>
            <a:t>ITS 3-mer profiles contain enough variation to allow accurate classification of </a:t>
          </a:r>
          <a:r>
            <a:rPr lang="en-US" sz="2000" i="1" kern="1200" dirty="0"/>
            <a:t>A. fumigatus</a:t>
          </a:r>
          <a:r>
            <a:rPr lang="en-US" sz="2000" kern="1200" dirty="0"/>
            <a:t>, </a:t>
          </a:r>
          <a:r>
            <a:rPr lang="en-US" sz="2000" i="1" kern="1200" dirty="0"/>
            <a:t>A. niger</a:t>
          </a:r>
          <a:r>
            <a:rPr lang="en-US" sz="2000" kern="1200" dirty="0"/>
            <a:t>, and </a:t>
          </a:r>
          <a:r>
            <a:rPr lang="en-US" sz="2000" i="1" kern="1200" dirty="0"/>
            <a:t>A. flavus</a:t>
          </a:r>
          <a:r>
            <a:rPr lang="en-US" sz="2000" kern="1200" dirty="0"/>
            <a:t> using machine-learning models.</a:t>
          </a:r>
        </a:p>
      </dsp:txBody>
      <dsp:txXfrm>
        <a:off x="34094" y="2187522"/>
        <a:ext cx="2773523" cy="3281286"/>
      </dsp:txXfrm>
    </dsp:sp>
    <dsp:sp modelId="{B2C2DF11-6D51-403F-9DAB-F1DCC47972FC}">
      <dsp:nvSpPr>
        <dsp:cNvPr id="0" name=""/>
        <dsp:cNvSpPr/>
      </dsp:nvSpPr>
      <dsp:spPr>
        <a:xfrm>
          <a:off x="229" y="1070290"/>
          <a:ext cx="2773523" cy="1331291"/>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73962" tIns="165100" rIns="273962" bIns="165100" numCol="1" spcCol="1270" anchor="ctr" anchorCtr="0">
          <a:noAutofit/>
        </a:bodyPr>
        <a:lstStyle/>
        <a:p>
          <a:pPr marL="0" lvl="0" indent="0" algn="ctr" defTabSz="1422400">
            <a:lnSpc>
              <a:spcPct val="90000"/>
            </a:lnSpc>
            <a:spcBef>
              <a:spcPct val="0"/>
            </a:spcBef>
            <a:spcAft>
              <a:spcPct val="35000"/>
            </a:spcAft>
            <a:buNone/>
          </a:pPr>
          <a:r>
            <a:rPr lang="en-US" sz="3200" kern="1200" dirty="0"/>
            <a:t>01</a:t>
          </a:r>
        </a:p>
      </dsp:txBody>
      <dsp:txXfrm>
        <a:off x="229" y="1070290"/>
        <a:ext cx="2773523" cy="1331291"/>
      </dsp:txXfrm>
    </dsp:sp>
    <dsp:sp modelId="{A025A93A-2527-4F7A-9591-ED2171ADD0F9}">
      <dsp:nvSpPr>
        <dsp:cNvPr id="0" name=""/>
        <dsp:cNvSpPr/>
      </dsp:nvSpPr>
      <dsp:spPr>
        <a:xfrm>
          <a:off x="2970229" y="-1"/>
          <a:ext cx="2773523" cy="5468810"/>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3962" tIns="0" rIns="273962" bIns="330200" numCol="1" spcCol="1270" anchor="t" anchorCtr="0">
          <a:noAutofit/>
        </a:bodyPr>
        <a:lstStyle/>
        <a:p>
          <a:pPr marL="0" lvl="0" indent="0" algn="l" defTabSz="889000">
            <a:lnSpc>
              <a:spcPct val="90000"/>
            </a:lnSpc>
            <a:spcBef>
              <a:spcPct val="0"/>
            </a:spcBef>
            <a:spcAft>
              <a:spcPct val="35000"/>
            </a:spcAft>
            <a:buNone/>
          </a:pPr>
          <a:r>
            <a:rPr lang="en-US" sz="2000" kern="1200" dirty="0"/>
            <a:t>H2: ITS k-mer profiles of </a:t>
          </a:r>
          <a:r>
            <a:rPr lang="en-US" sz="2000" i="1" kern="1200" dirty="0"/>
            <a:t>A. fumigatus</a:t>
          </a:r>
          <a:r>
            <a:rPr lang="en-US" sz="2000" kern="1200" dirty="0"/>
            <a:t>, </a:t>
          </a:r>
          <a:r>
            <a:rPr lang="en-US" sz="2000" i="1" kern="1200" dirty="0"/>
            <a:t>A. niger</a:t>
          </a:r>
          <a:r>
            <a:rPr lang="en-US" sz="2000" kern="1200" dirty="0"/>
            <a:t>, and </a:t>
          </a:r>
          <a:r>
            <a:rPr lang="en-US" sz="2000" i="1" kern="1200" dirty="0"/>
            <a:t>A. flavus</a:t>
          </a:r>
          <a:r>
            <a:rPr lang="en-US" sz="2000" kern="1200" dirty="0"/>
            <a:t> may overlap, leading to misclassification in PCA and machine-learning models.</a:t>
          </a:r>
        </a:p>
      </dsp:txBody>
      <dsp:txXfrm>
        <a:off x="2970229" y="2187522"/>
        <a:ext cx="2773523" cy="3281286"/>
      </dsp:txXfrm>
    </dsp:sp>
    <dsp:sp modelId="{0BB86E10-EEE1-46B6-A4F6-2BBD482870B4}">
      <dsp:nvSpPr>
        <dsp:cNvPr id="0" name=""/>
        <dsp:cNvSpPr/>
      </dsp:nvSpPr>
      <dsp:spPr>
        <a:xfrm>
          <a:off x="2995634" y="1070290"/>
          <a:ext cx="2773523" cy="1331291"/>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73962" tIns="165100" rIns="273962" bIns="165100" numCol="1" spcCol="1270" anchor="ctr" anchorCtr="0">
          <a:noAutofit/>
        </a:bodyPr>
        <a:lstStyle/>
        <a:p>
          <a:pPr marL="0" lvl="0" indent="0" algn="ctr" defTabSz="1422400">
            <a:lnSpc>
              <a:spcPct val="90000"/>
            </a:lnSpc>
            <a:spcBef>
              <a:spcPct val="0"/>
            </a:spcBef>
            <a:spcAft>
              <a:spcPct val="35000"/>
            </a:spcAft>
            <a:buNone/>
          </a:pPr>
          <a:r>
            <a:rPr lang="en-US" sz="3200" kern="1200" dirty="0"/>
            <a:t>02</a:t>
          </a:r>
        </a:p>
      </dsp:txBody>
      <dsp:txXfrm>
        <a:off x="2995634" y="1070290"/>
        <a:ext cx="2773523" cy="1331291"/>
      </dsp:txXfrm>
    </dsp:sp>
    <dsp:sp modelId="{FF569A06-5054-4945-8DD6-67711B88824F}">
      <dsp:nvSpPr>
        <dsp:cNvPr id="0" name=""/>
        <dsp:cNvSpPr/>
      </dsp:nvSpPr>
      <dsp:spPr>
        <a:xfrm>
          <a:off x="5991039" y="-1"/>
          <a:ext cx="2773523" cy="5468810"/>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3962" tIns="0" rIns="273962" bIns="330200" numCol="1" spcCol="1270" anchor="t" anchorCtr="0">
          <a:noAutofit/>
        </a:bodyPr>
        <a:lstStyle/>
        <a:p>
          <a:pPr marL="0" lvl="0" indent="0" algn="l" defTabSz="844550">
            <a:lnSpc>
              <a:spcPct val="90000"/>
            </a:lnSpc>
            <a:spcBef>
              <a:spcPct val="0"/>
            </a:spcBef>
            <a:spcAft>
              <a:spcPct val="35000"/>
            </a:spcAft>
            <a:buNone/>
          </a:pPr>
          <a:r>
            <a:rPr lang="en-US" sz="1900" kern="1200" dirty="0"/>
            <a:t>H3: Sequencing errors, low-quality sequences, and ambiguous bases are present in public ITS datasets, and these quality issues can be detected through exploratory sequence metrics and removed through preprocessing</a:t>
          </a:r>
        </a:p>
      </dsp:txBody>
      <dsp:txXfrm>
        <a:off x="5991039" y="2187522"/>
        <a:ext cx="2773523" cy="3281286"/>
      </dsp:txXfrm>
    </dsp:sp>
    <dsp:sp modelId="{3DB2AF93-176D-4DB4-ABF6-F70BA1F47BFD}">
      <dsp:nvSpPr>
        <dsp:cNvPr id="0" name=""/>
        <dsp:cNvSpPr/>
      </dsp:nvSpPr>
      <dsp:spPr>
        <a:xfrm>
          <a:off x="5991039" y="1070290"/>
          <a:ext cx="2773523" cy="1331291"/>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73962" tIns="165100" rIns="273962" bIns="165100" numCol="1" spcCol="1270" anchor="ctr" anchorCtr="0">
          <a:noAutofit/>
        </a:bodyPr>
        <a:lstStyle/>
        <a:p>
          <a:pPr marL="0" lvl="0" indent="0" algn="ctr" defTabSz="1422400">
            <a:lnSpc>
              <a:spcPct val="90000"/>
            </a:lnSpc>
            <a:spcBef>
              <a:spcPct val="0"/>
            </a:spcBef>
            <a:spcAft>
              <a:spcPct val="35000"/>
            </a:spcAft>
            <a:buNone/>
          </a:pPr>
          <a:r>
            <a:rPr lang="en-US" sz="3200" kern="1200" dirty="0"/>
            <a:t>03</a:t>
          </a:r>
        </a:p>
      </dsp:txBody>
      <dsp:txXfrm>
        <a:off x="5991039" y="1070290"/>
        <a:ext cx="2773523" cy="1331291"/>
      </dsp:txXfrm>
    </dsp:sp>
    <dsp:sp modelId="{4DBC1AFF-098A-4EAD-BF99-CF92AEC83BD8}">
      <dsp:nvSpPr>
        <dsp:cNvPr id="0" name=""/>
        <dsp:cNvSpPr/>
      </dsp:nvSpPr>
      <dsp:spPr>
        <a:xfrm>
          <a:off x="8986674" y="-1"/>
          <a:ext cx="2773523" cy="5468810"/>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3962" tIns="0" rIns="273962" bIns="330200" numCol="1" spcCol="1270" anchor="t" anchorCtr="0">
          <a:noAutofit/>
        </a:bodyPr>
        <a:lstStyle/>
        <a:p>
          <a:pPr marL="0" lvl="0" indent="0" algn="l" defTabSz="977900">
            <a:lnSpc>
              <a:spcPct val="90000"/>
            </a:lnSpc>
            <a:spcBef>
              <a:spcPct val="0"/>
            </a:spcBef>
            <a:spcAft>
              <a:spcPct val="35000"/>
            </a:spcAft>
            <a:buNone/>
          </a:pPr>
          <a:r>
            <a:rPr lang="en-US" sz="2200" kern="1200" dirty="0"/>
            <a:t>H4: Unequal numbers of </a:t>
          </a:r>
          <a:r>
            <a:rPr lang="en-US" sz="2000" kern="1200" dirty="0"/>
            <a:t>sequences</a:t>
          </a:r>
          <a:r>
            <a:rPr lang="en-US" sz="2200" kern="1200" dirty="0"/>
            <a:t> per species exist in the dataset, which may influence downstream machine learning analyses.</a:t>
          </a:r>
        </a:p>
      </dsp:txBody>
      <dsp:txXfrm>
        <a:off x="8986674" y="2187522"/>
        <a:ext cx="2773523" cy="3281286"/>
      </dsp:txXfrm>
    </dsp:sp>
    <dsp:sp modelId="{F5D91AD0-B5D8-4801-BFB3-C6BD291A4B3D}">
      <dsp:nvSpPr>
        <dsp:cNvPr id="0" name=""/>
        <dsp:cNvSpPr/>
      </dsp:nvSpPr>
      <dsp:spPr>
        <a:xfrm>
          <a:off x="8986445" y="1345541"/>
          <a:ext cx="2773523" cy="78078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73962" tIns="165100" rIns="273962" bIns="165100" numCol="1" spcCol="1270" anchor="ctr" anchorCtr="0">
          <a:noAutofit/>
        </a:bodyPr>
        <a:lstStyle/>
        <a:p>
          <a:pPr marL="0" lvl="0" indent="0" algn="ctr" defTabSz="1422400">
            <a:lnSpc>
              <a:spcPct val="90000"/>
            </a:lnSpc>
            <a:spcBef>
              <a:spcPct val="0"/>
            </a:spcBef>
            <a:spcAft>
              <a:spcPct val="35000"/>
            </a:spcAft>
            <a:buNone/>
          </a:pPr>
          <a:r>
            <a:rPr lang="en-US" sz="3200" kern="1200" dirty="0"/>
            <a:t>04</a:t>
          </a:r>
        </a:p>
      </dsp:txBody>
      <dsp:txXfrm>
        <a:off x="8986445" y="1345541"/>
        <a:ext cx="2773523" cy="780788"/>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4AFFC8-C2EA-43FF-B82D-5AF3116D3FBA}" type="datetimeFigureOut">
              <a:rPr lang="en-CA" smtClean="0"/>
              <a:t>2025-12-04</a:t>
            </a:fld>
            <a:endParaRPr lang="en-CA"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BF27F8-C187-4FE0-A709-6460CB94D199}" type="slidenum">
              <a:rPr lang="en-CA" smtClean="0"/>
              <a:t>‹#›</a:t>
            </a:fld>
            <a:endParaRPr lang="en-CA" dirty="0"/>
          </a:p>
        </p:txBody>
      </p:sp>
    </p:spTree>
    <p:extLst>
      <p:ext uri="{BB962C8B-B14F-4D97-AF65-F5344CB8AC3E}">
        <p14:creationId xmlns:p14="http://schemas.microsoft.com/office/powerpoint/2010/main" val="625356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dirty="0"/>
          </a:p>
        </p:txBody>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A0BF27F8-C187-4FE0-A709-6460CB94D199}" type="slidenum">
              <a:rPr lang="en-CA" smtClean="0"/>
              <a:t>1</a:t>
            </a:fld>
            <a:endParaRPr lang="en-CA" dirty="0"/>
          </a:p>
        </p:txBody>
      </p:sp>
    </p:spTree>
    <p:extLst>
      <p:ext uri="{BB962C8B-B14F-4D97-AF65-F5344CB8AC3E}">
        <p14:creationId xmlns:p14="http://schemas.microsoft.com/office/powerpoint/2010/main" val="2075538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dirty="0"/>
          </a:p>
        </p:txBody>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A0BF27F8-C187-4FE0-A709-6460CB94D199}" type="slidenum">
              <a:rPr lang="en-CA" smtClean="0"/>
              <a:t>4</a:t>
            </a:fld>
            <a:endParaRPr lang="en-CA" dirty="0"/>
          </a:p>
        </p:txBody>
      </p:sp>
    </p:spTree>
    <p:extLst>
      <p:ext uri="{BB962C8B-B14F-4D97-AF65-F5344CB8AC3E}">
        <p14:creationId xmlns:p14="http://schemas.microsoft.com/office/powerpoint/2010/main" val="3188533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B8A59-1BDF-06F0-E757-768458200F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8E3AB1A9-7FEA-1F01-1B5B-DD95EC96F9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6E17E1CB-ED05-E6BF-C336-603BDFD7A5F6}"/>
              </a:ext>
            </a:extLst>
          </p:cNvPr>
          <p:cNvSpPr>
            <a:spLocks noGrp="1"/>
          </p:cNvSpPr>
          <p:nvPr>
            <p:ph type="dt" sz="half" idx="10"/>
          </p:nvPr>
        </p:nvSpPr>
        <p:spPr/>
        <p:txBody>
          <a:bodyPr/>
          <a:lstStyle/>
          <a:p>
            <a:fld id="{15394574-C35C-4590-A4AF-D6962FDC904A}" type="datetimeFigureOut">
              <a:rPr lang="en-CA" smtClean="0"/>
              <a:t>2025-12-04</a:t>
            </a:fld>
            <a:endParaRPr lang="en-CA" dirty="0"/>
          </a:p>
        </p:txBody>
      </p:sp>
      <p:sp>
        <p:nvSpPr>
          <p:cNvPr id="5" name="Footer Placeholder 4">
            <a:extLst>
              <a:ext uri="{FF2B5EF4-FFF2-40B4-BE49-F238E27FC236}">
                <a16:creationId xmlns:a16="http://schemas.microsoft.com/office/drawing/2014/main" id="{7A02DAF9-E854-A76E-BA2F-7D581D7E6600}"/>
              </a:ext>
            </a:extLst>
          </p:cNvPr>
          <p:cNvSpPr>
            <a:spLocks noGrp="1"/>
          </p:cNvSpPr>
          <p:nvPr>
            <p:ph type="ftr" sz="quarter" idx="11"/>
          </p:nvPr>
        </p:nvSpPr>
        <p:spPr/>
        <p:txBody>
          <a:bodyPr/>
          <a:lstStyle/>
          <a:p>
            <a:endParaRPr lang="en-CA" dirty="0"/>
          </a:p>
        </p:txBody>
      </p:sp>
      <p:sp>
        <p:nvSpPr>
          <p:cNvPr id="6" name="Slide Number Placeholder 5">
            <a:extLst>
              <a:ext uri="{FF2B5EF4-FFF2-40B4-BE49-F238E27FC236}">
                <a16:creationId xmlns:a16="http://schemas.microsoft.com/office/drawing/2014/main" id="{08FE47F7-AC4D-CCAF-FC10-938784293542}"/>
              </a:ext>
            </a:extLst>
          </p:cNvPr>
          <p:cNvSpPr>
            <a:spLocks noGrp="1"/>
          </p:cNvSpPr>
          <p:nvPr>
            <p:ph type="sldNum" sz="quarter" idx="12"/>
          </p:nvPr>
        </p:nvSpPr>
        <p:spPr/>
        <p:txBody>
          <a:bodyPr/>
          <a:lstStyle/>
          <a:p>
            <a:fld id="{3F06150A-CCFE-469F-9F97-26DA67128A85}" type="slidenum">
              <a:rPr lang="en-CA" smtClean="0"/>
              <a:t>‹#›</a:t>
            </a:fld>
            <a:endParaRPr lang="en-CA" dirty="0"/>
          </a:p>
        </p:txBody>
      </p:sp>
    </p:spTree>
    <p:extLst>
      <p:ext uri="{BB962C8B-B14F-4D97-AF65-F5344CB8AC3E}">
        <p14:creationId xmlns:p14="http://schemas.microsoft.com/office/powerpoint/2010/main" val="2197537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B1D4D-69EC-E4C2-1C05-5CB96686DCEB}"/>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A12D4F3A-E054-4319-9CE8-13F270CB15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74F2C6B-B62A-94BE-D87B-4C28B34E5704}"/>
              </a:ext>
            </a:extLst>
          </p:cNvPr>
          <p:cNvSpPr>
            <a:spLocks noGrp="1"/>
          </p:cNvSpPr>
          <p:nvPr>
            <p:ph type="dt" sz="half" idx="10"/>
          </p:nvPr>
        </p:nvSpPr>
        <p:spPr/>
        <p:txBody>
          <a:bodyPr/>
          <a:lstStyle/>
          <a:p>
            <a:fld id="{15394574-C35C-4590-A4AF-D6962FDC904A}" type="datetimeFigureOut">
              <a:rPr lang="en-CA" smtClean="0"/>
              <a:t>2025-12-04</a:t>
            </a:fld>
            <a:endParaRPr lang="en-CA" dirty="0"/>
          </a:p>
        </p:txBody>
      </p:sp>
      <p:sp>
        <p:nvSpPr>
          <p:cNvPr id="5" name="Footer Placeholder 4">
            <a:extLst>
              <a:ext uri="{FF2B5EF4-FFF2-40B4-BE49-F238E27FC236}">
                <a16:creationId xmlns:a16="http://schemas.microsoft.com/office/drawing/2014/main" id="{41DB044E-D6CE-713E-6132-EA96771D4A0F}"/>
              </a:ext>
            </a:extLst>
          </p:cNvPr>
          <p:cNvSpPr>
            <a:spLocks noGrp="1"/>
          </p:cNvSpPr>
          <p:nvPr>
            <p:ph type="ftr" sz="quarter" idx="11"/>
          </p:nvPr>
        </p:nvSpPr>
        <p:spPr/>
        <p:txBody>
          <a:bodyPr/>
          <a:lstStyle/>
          <a:p>
            <a:endParaRPr lang="en-CA" dirty="0"/>
          </a:p>
        </p:txBody>
      </p:sp>
      <p:sp>
        <p:nvSpPr>
          <p:cNvPr id="6" name="Slide Number Placeholder 5">
            <a:extLst>
              <a:ext uri="{FF2B5EF4-FFF2-40B4-BE49-F238E27FC236}">
                <a16:creationId xmlns:a16="http://schemas.microsoft.com/office/drawing/2014/main" id="{1BEF1B16-7A9D-6FD2-D704-24D7ADF6F13C}"/>
              </a:ext>
            </a:extLst>
          </p:cNvPr>
          <p:cNvSpPr>
            <a:spLocks noGrp="1"/>
          </p:cNvSpPr>
          <p:nvPr>
            <p:ph type="sldNum" sz="quarter" idx="12"/>
          </p:nvPr>
        </p:nvSpPr>
        <p:spPr/>
        <p:txBody>
          <a:bodyPr/>
          <a:lstStyle/>
          <a:p>
            <a:fld id="{3F06150A-CCFE-469F-9F97-26DA67128A85}" type="slidenum">
              <a:rPr lang="en-CA" smtClean="0"/>
              <a:t>‹#›</a:t>
            </a:fld>
            <a:endParaRPr lang="en-CA" dirty="0"/>
          </a:p>
        </p:txBody>
      </p:sp>
    </p:spTree>
    <p:extLst>
      <p:ext uri="{BB962C8B-B14F-4D97-AF65-F5344CB8AC3E}">
        <p14:creationId xmlns:p14="http://schemas.microsoft.com/office/powerpoint/2010/main" val="4056261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F8AF0-9ED3-AA5D-D99C-361FCF425A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CF41902E-E4E9-D342-01D7-F69AC77F8A2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915E631-DB0D-13C7-67E9-A4B7649516EE}"/>
              </a:ext>
            </a:extLst>
          </p:cNvPr>
          <p:cNvSpPr>
            <a:spLocks noGrp="1"/>
          </p:cNvSpPr>
          <p:nvPr>
            <p:ph type="dt" sz="half" idx="10"/>
          </p:nvPr>
        </p:nvSpPr>
        <p:spPr/>
        <p:txBody>
          <a:bodyPr/>
          <a:lstStyle/>
          <a:p>
            <a:fld id="{15394574-C35C-4590-A4AF-D6962FDC904A}" type="datetimeFigureOut">
              <a:rPr lang="en-CA" smtClean="0"/>
              <a:t>2025-12-04</a:t>
            </a:fld>
            <a:endParaRPr lang="en-CA" dirty="0"/>
          </a:p>
        </p:txBody>
      </p:sp>
      <p:sp>
        <p:nvSpPr>
          <p:cNvPr id="5" name="Footer Placeholder 4">
            <a:extLst>
              <a:ext uri="{FF2B5EF4-FFF2-40B4-BE49-F238E27FC236}">
                <a16:creationId xmlns:a16="http://schemas.microsoft.com/office/drawing/2014/main" id="{850ADAD0-051A-985D-A879-DC62F2A0F726}"/>
              </a:ext>
            </a:extLst>
          </p:cNvPr>
          <p:cNvSpPr>
            <a:spLocks noGrp="1"/>
          </p:cNvSpPr>
          <p:nvPr>
            <p:ph type="ftr" sz="quarter" idx="11"/>
          </p:nvPr>
        </p:nvSpPr>
        <p:spPr/>
        <p:txBody>
          <a:bodyPr/>
          <a:lstStyle/>
          <a:p>
            <a:endParaRPr lang="en-CA" dirty="0"/>
          </a:p>
        </p:txBody>
      </p:sp>
      <p:sp>
        <p:nvSpPr>
          <p:cNvPr id="6" name="Slide Number Placeholder 5">
            <a:extLst>
              <a:ext uri="{FF2B5EF4-FFF2-40B4-BE49-F238E27FC236}">
                <a16:creationId xmlns:a16="http://schemas.microsoft.com/office/drawing/2014/main" id="{2697CC56-3B8F-4D1C-2A46-A260195AE07B}"/>
              </a:ext>
            </a:extLst>
          </p:cNvPr>
          <p:cNvSpPr>
            <a:spLocks noGrp="1"/>
          </p:cNvSpPr>
          <p:nvPr>
            <p:ph type="sldNum" sz="quarter" idx="12"/>
          </p:nvPr>
        </p:nvSpPr>
        <p:spPr/>
        <p:txBody>
          <a:bodyPr/>
          <a:lstStyle/>
          <a:p>
            <a:fld id="{3F06150A-CCFE-469F-9F97-26DA67128A85}" type="slidenum">
              <a:rPr lang="en-CA" smtClean="0"/>
              <a:t>‹#›</a:t>
            </a:fld>
            <a:endParaRPr lang="en-CA" dirty="0"/>
          </a:p>
        </p:txBody>
      </p:sp>
    </p:spTree>
    <p:extLst>
      <p:ext uri="{BB962C8B-B14F-4D97-AF65-F5344CB8AC3E}">
        <p14:creationId xmlns:p14="http://schemas.microsoft.com/office/powerpoint/2010/main" val="310830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5D6D4-C975-CCD7-01F9-DD21AFBEB63F}"/>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F3D86903-6FF5-399D-0CB3-3708B752C2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EB44A17D-A076-68A9-7250-E5DF46A6E5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A8E6560E-449E-1CCD-7101-BB1F7E874699}"/>
              </a:ext>
            </a:extLst>
          </p:cNvPr>
          <p:cNvSpPr>
            <a:spLocks noGrp="1"/>
          </p:cNvSpPr>
          <p:nvPr>
            <p:ph type="dt" sz="half" idx="10"/>
          </p:nvPr>
        </p:nvSpPr>
        <p:spPr/>
        <p:txBody>
          <a:bodyPr/>
          <a:lstStyle/>
          <a:p>
            <a:fld id="{15394574-C35C-4590-A4AF-D6962FDC904A}" type="datetimeFigureOut">
              <a:rPr lang="en-CA" smtClean="0"/>
              <a:t>2025-12-04</a:t>
            </a:fld>
            <a:endParaRPr lang="en-CA" dirty="0"/>
          </a:p>
        </p:txBody>
      </p:sp>
      <p:sp>
        <p:nvSpPr>
          <p:cNvPr id="6" name="Footer Placeholder 5">
            <a:extLst>
              <a:ext uri="{FF2B5EF4-FFF2-40B4-BE49-F238E27FC236}">
                <a16:creationId xmlns:a16="http://schemas.microsoft.com/office/drawing/2014/main" id="{8DD04721-253E-A67D-1FD7-3E54C53F059C}"/>
              </a:ext>
            </a:extLst>
          </p:cNvPr>
          <p:cNvSpPr>
            <a:spLocks noGrp="1"/>
          </p:cNvSpPr>
          <p:nvPr>
            <p:ph type="ftr" sz="quarter" idx="11"/>
          </p:nvPr>
        </p:nvSpPr>
        <p:spPr/>
        <p:txBody>
          <a:bodyPr/>
          <a:lstStyle/>
          <a:p>
            <a:endParaRPr lang="en-CA" dirty="0"/>
          </a:p>
        </p:txBody>
      </p:sp>
      <p:sp>
        <p:nvSpPr>
          <p:cNvPr id="7" name="Slide Number Placeholder 6">
            <a:extLst>
              <a:ext uri="{FF2B5EF4-FFF2-40B4-BE49-F238E27FC236}">
                <a16:creationId xmlns:a16="http://schemas.microsoft.com/office/drawing/2014/main" id="{2F63E167-89CB-CE14-AE14-071CA7ECE3D4}"/>
              </a:ext>
            </a:extLst>
          </p:cNvPr>
          <p:cNvSpPr>
            <a:spLocks noGrp="1"/>
          </p:cNvSpPr>
          <p:nvPr>
            <p:ph type="sldNum" sz="quarter" idx="12"/>
          </p:nvPr>
        </p:nvSpPr>
        <p:spPr/>
        <p:txBody>
          <a:bodyPr/>
          <a:lstStyle/>
          <a:p>
            <a:fld id="{3F06150A-CCFE-469F-9F97-26DA67128A85}" type="slidenum">
              <a:rPr lang="en-CA" smtClean="0"/>
              <a:t>‹#›</a:t>
            </a:fld>
            <a:endParaRPr lang="en-CA" dirty="0"/>
          </a:p>
        </p:txBody>
      </p:sp>
    </p:spTree>
    <p:extLst>
      <p:ext uri="{BB962C8B-B14F-4D97-AF65-F5344CB8AC3E}">
        <p14:creationId xmlns:p14="http://schemas.microsoft.com/office/powerpoint/2010/main" val="631522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B8217-3FF7-CDC4-6AD2-945D14550CEB}"/>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C945B2F3-93FE-444A-6FCE-403F254F0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1A8B21F-CF4D-303F-F22C-FD3737B278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714A33E5-9FEA-FCAE-7329-B7FB4F312A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7B26A7-8DD2-9AE5-E3A2-F13B0BBC751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5CE6605B-C393-A47C-7759-7D85A6451D3D}"/>
              </a:ext>
            </a:extLst>
          </p:cNvPr>
          <p:cNvSpPr>
            <a:spLocks noGrp="1"/>
          </p:cNvSpPr>
          <p:nvPr>
            <p:ph type="dt" sz="half" idx="10"/>
          </p:nvPr>
        </p:nvSpPr>
        <p:spPr/>
        <p:txBody>
          <a:bodyPr/>
          <a:lstStyle/>
          <a:p>
            <a:fld id="{15394574-C35C-4590-A4AF-D6962FDC904A}" type="datetimeFigureOut">
              <a:rPr lang="en-CA" smtClean="0"/>
              <a:t>2025-12-04</a:t>
            </a:fld>
            <a:endParaRPr lang="en-CA" dirty="0"/>
          </a:p>
        </p:txBody>
      </p:sp>
      <p:sp>
        <p:nvSpPr>
          <p:cNvPr id="8" name="Footer Placeholder 7">
            <a:extLst>
              <a:ext uri="{FF2B5EF4-FFF2-40B4-BE49-F238E27FC236}">
                <a16:creationId xmlns:a16="http://schemas.microsoft.com/office/drawing/2014/main" id="{FC7B6C72-BA9C-8CCF-157B-2620C2487B57}"/>
              </a:ext>
            </a:extLst>
          </p:cNvPr>
          <p:cNvSpPr>
            <a:spLocks noGrp="1"/>
          </p:cNvSpPr>
          <p:nvPr>
            <p:ph type="ftr" sz="quarter" idx="11"/>
          </p:nvPr>
        </p:nvSpPr>
        <p:spPr/>
        <p:txBody>
          <a:bodyPr/>
          <a:lstStyle/>
          <a:p>
            <a:endParaRPr lang="en-CA" dirty="0"/>
          </a:p>
        </p:txBody>
      </p:sp>
      <p:sp>
        <p:nvSpPr>
          <p:cNvPr id="9" name="Slide Number Placeholder 8">
            <a:extLst>
              <a:ext uri="{FF2B5EF4-FFF2-40B4-BE49-F238E27FC236}">
                <a16:creationId xmlns:a16="http://schemas.microsoft.com/office/drawing/2014/main" id="{E5F91B54-F33F-48C3-A1E8-243F6961A730}"/>
              </a:ext>
            </a:extLst>
          </p:cNvPr>
          <p:cNvSpPr>
            <a:spLocks noGrp="1"/>
          </p:cNvSpPr>
          <p:nvPr>
            <p:ph type="sldNum" sz="quarter" idx="12"/>
          </p:nvPr>
        </p:nvSpPr>
        <p:spPr/>
        <p:txBody>
          <a:bodyPr/>
          <a:lstStyle/>
          <a:p>
            <a:fld id="{3F06150A-CCFE-469F-9F97-26DA67128A85}" type="slidenum">
              <a:rPr lang="en-CA" smtClean="0"/>
              <a:t>‹#›</a:t>
            </a:fld>
            <a:endParaRPr lang="en-CA" dirty="0"/>
          </a:p>
        </p:txBody>
      </p:sp>
    </p:spTree>
    <p:extLst>
      <p:ext uri="{BB962C8B-B14F-4D97-AF65-F5344CB8AC3E}">
        <p14:creationId xmlns:p14="http://schemas.microsoft.com/office/powerpoint/2010/main" val="792788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E9E14-EBD9-A689-0F9C-1A0B323C41DF}"/>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FFD008F9-57E5-566A-E47C-A32EE03BFF1C}"/>
              </a:ext>
            </a:extLst>
          </p:cNvPr>
          <p:cNvSpPr>
            <a:spLocks noGrp="1"/>
          </p:cNvSpPr>
          <p:nvPr>
            <p:ph type="dt" sz="half" idx="10"/>
          </p:nvPr>
        </p:nvSpPr>
        <p:spPr/>
        <p:txBody>
          <a:bodyPr/>
          <a:lstStyle/>
          <a:p>
            <a:fld id="{15394574-C35C-4590-A4AF-D6962FDC904A}" type="datetimeFigureOut">
              <a:rPr lang="en-CA" smtClean="0"/>
              <a:t>2025-12-04</a:t>
            </a:fld>
            <a:endParaRPr lang="en-CA" dirty="0"/>
          </a:p>
        </p:txBody>
      </p:sp>
      <p:sp>
        <p:nvSpPr>
          <p:cNvPr id="4" name="Footer Placeholder 3">
            <a:extLst>
              <a:ext uri="{FF2B5EF4-FFF2-40B4-BE49-F238E27FC236}">
                <a16:creationId xmlns:a16="http://schemas.microsoft.com/office/drawing/2014/main" id="{345A2FBD-B6C5-79D5-1033-89D09B5DE266}"/>
              </a:ext>
            </a:extLst>
          </p:cNvPr>
          <p:cNvSpPr>
            <a:spLocks noGrp="1"/>
          </p:cNvSpPr>
          <p:nvPr>
            <p:ph type="ftr" sz="quarter" idx="11"/>
          </p:nvPr>
        </p:nvSpPr>
        <p:spPr/>
        <p:txBody>
          <a:bodyPr/>
          <a:lstStyle/>
          <a:p>
            <a:endParaRPr lang="en-CA" dirty="0"/>
          </a:p>
        </p:txBody>
      </p:sp>
      <p:sp>
        <p:nvSpPr>
          <p:cNvPr id="5" name="Slide Number Placeholder 4">
            <a:extLst>
              <a:ext uri="{FF2B5EF4-FFF2-40B4-BE49-F238E27FC236}">
                <a16:creationId xmlns:a16="http://schemas.microsoft.com/office/drawing/2014/main" id="{10B58DFE-7CCB-8152-DEBD-D6AE74FE2897}"/>
              </a:ext>
            </a:extLst>
          </p:cNvPr>
          <p:cNvSpPr>
            <a:spLocks noGrp="1"/>
          </p:cNvSpPr>
          <p:nvPr>
            <p:ph type="sldNum" sz="quarter" idx="12"/>
          </p:nvPr>
        </p:nvSpPr>
        <p:spPr/>
        <p:txBody>
          <a:bodyPr/>
          <a:lstStyle/>
          <a:p>
            <a:fld id="{3F06150A-CCFE-469F-9F97-26DA67128A85}" type="slidenum">
              <a:rPr lang="en-CA" smtClean="0"/>
              <a:t>‹#›</a:t>
            </a:fld>
            <a:endParaRPr lang="en-CA" dirty="0"/>
          </a:p>
        </p:txBody>
      </p:sp>
    </p:spTree>
    <p:extLst>
      <p:ext uri="{BB962C8B-B14F-4D97-AF65-F5344CB8AC3E}">
        <p14:creationId xmlns:p14="http://schemas.microsoft.com/office/powerpoint/2010/main" val="1320079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C875ED-4AC0-CF98-37F6-000ED73E1AA2}"/>
              </a:ext>
            </a:extLst>
          </p:cNvPr>
          <p:cNvSpPr>
            <a:spLocks noGrp="1"/>
          </p:cNvSpPr>
          <p:nvPr>
            <p:ph type="dt" sz="half" idx="10"/>
          </p:nvPr>
        </p:nvSpPr>
        <p:spPr/>
        <p:txBody>
          <a:bodyPr/>
          <a:lstStyle/>
          <a:p>
            <a:fld id="{15394574-C35C-4590-A4AF-D6962FDC904A}" type="datetimeFigureOut">
              <a:rPr lang="en-CA" smtClean="0"/>
              <a:t>2025-12-04</a:t>
            </a:fld>
            <a:endParaRPr lang="en-CA" dirty="0"/>
          </a:p>
        </p:txBody>
      </p:sp>
      <p:sp>
        <p:nvSpPr>
          <p:cNvPr id="3" name="Footer Placeholder 2">
            <a:extLst>
              <a:ext uri="{FF2B5EF4-FFF2-40B4-BE49-F238E27FC236}">
                <a16:creationId xmlns:a16="http://schemas.microsoft.com/office/drawing/2014/main" id="{C9A70933-12DC-E94E-E931-8729D7C0646E}"/>
              </a:ext>
            </a:extLst>
          </p:cNvPr>
          <p:cNvSpPr>
            <a:spLocks noGrp="1"/>
          </p:cNvSpPr>
          <p:nvPr>
            <p:ph type="ftr" sz="quarter" idx="11"/>
          </p:nvPr>
        </p:nvSpPr>
        <p:spPr/>
        <p:txBody>
          <a:bodyPr/>
          <a:lstStyle/>
          <a:p>
            <a:endParaRPr lang="en-CA" dirty="0"/>
          </a:p>
        </p:txBody>
      </p:sp>
      <p:sp>
        <p:nvSpPr>
          <p:cNvPr id="4" name="Slide Number Placeholder 3">
            <a:extLst>
              <a:ext uri="{FF2B5EF4-FFF2-40B4-BE49-F238E27FC236}">
                <a16:creationId xmlns:a16="http://schemas.microsoft.com/office/drawing/2014/main" id="{99A16B84-9EA4-943F-6A80-EA3DF5203747}"/>
              </a:ext>
            </a:extLst>
          </p:cNvPr>
          <p:cNvSpPr>
            <a:spLocks noGrp="1"/>
          </p:cNvSpPr>
          <p:nvPr>
            <p:ph type="sldNum" sz="quarter" idx="12"/>
          </p:nvPr>
        </p:nvSpPr>
        <p:spPr/>
        <p:txBody>
          <a:bodyPr/>
          <a:lstStyle/>
          <a:p>
            <a:fld id="{3F06150A-CCFE-469F-9F97-26DA67128A85}" type="slidenum">
              <a:rPr lang="en-CA" smtClean="0"/>
              <a:t>‹#›</a:t>
            </a:fld>
            <a:endParaRPr lang="en-CA" dirty="0"/>
          </a:p>
        </p:txBody>
      </p:sp>
    </p:spTree>
    <p:extLst>
      <p:ext uri="{BB962C8B-B14F-4D97-AF65-F5344CB8AC3E}">
        <p14:creationId xmlns:p14="http://schemas.microsoft.com/office/powerpoint/2010/main" val="10631497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B33EC-246D-E5AF-2A69-7562C6C66D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331FA798-7D2A-E323-9506-9C7F49988A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C0625699-BAC4-6355-ED16-90A55022C1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CCE95A-D28A-C168-9E5B-3020AC99ADBF}"/>
              </a:ext>
            </a:extLst>
          </p:cNvPr>
          <p:cNvSpPr>
            <a:spLocks noGrp="1"/>
          </p:cNvSpPr>
          <p:nvPr>
            <p:ph type="dt" sz="half" idx="10"/>
          </p:nvPr>
        </p:nvSpPr>
        <p:spPr/>
        <p:txBody>
          <a:bodyPr/>
          <a:lstStyle/>
          <a:p>
            <a:fld id="{15394574-C35C-4590-A4AF-D6962FDC904A}" type="datetimeFigureOut">
              <a:rPr lang="en-CA" smtClean="0"/>
              <a:t>2025-12-04</a:t>
            </a:fld>
            <a:endParaRPr lang="en-CA" dirty="0"/>
          </a:p>
        </p:txBody>
      </p:sp>
      <p:sp>
        <p:nvSpPr>
          <p:cNvPr id="6" name="Footer Placeholder 5">
            <a:extLst>
              <a:ext uri="{FF2B5EF4-FFF2-40B4-BE49-F238E27FC236}">
                <a16:creationId xmlns:a16="http://schemas.microsoft.com/office/drawing/2014/main" id="{B6627C8D-8CF7-EF6C-80EC-720DB11ED3C6}"/>
              </a:ext>
            </a:extLst>
          </p:cNvPr>
          <p:cNvSpPr>
            <a:spLocks noGrp="1"/>
          </p:cNvSpPr>
          <p:nvPr>
            <p:ph type="ftr" sz="quarter" idx="11"/>
          </p:nvPr>
        </p:nvSpPr>
        <p:spPr/>
        <p:txBody>
          <a:bodyPr/>
          <a:lstStyle/>
          <a:p>
            <a:endParaRPr lang="en-CA" dirty="0"/>
          </a:p>
        </p:txBody>
      </p:sp>
      <p:sp>
        <p:nvSpPr>
          <p:cNvPr id="7" name="Slide Number Placeholder 6">
            <a:extLst>
              <a:ext uri="{FF2B5EF4-FFF2-40B4-BE49-F238E27FC236}">
                <a16:creationId xmlns:a16="http://schemas.microsoft.com/office/drawing/2014/main" id="{422043A0-75D9-FAF7-A199-36BEF59196BE}"/>
              </a:ext>
            </a:extLst>
          </p:cNvPr>
          <p:cNvSpPr>
            <a:spLocks noGrp="1"/>
          </p:cNvSpPr>
          <p:nvPr>
            <p:ph type="sldNum" sz="quarter" idx="12"/>
          </p:nvPr>
        </p:nvSpPr>
        <p:spPr/>
        <p:txBody>
          <a:bodyPr/>
          <a:lstStyle/>
          <a:p>
            <a:fld id="{3F06150A-CCFE-469F-9F97-26DA67128A85}" type="slidenum">
              <a:rPr lang="en-CA" smtClean="0"/>
              <a:t>‹#›</a:t>
            </a:fld>
            <a:endParaRPr lang="en-CA" dirty="0"/>
          </a:p>
        </p:txBody>
      </p:sp>
    </p:spTree>
    <p:extLst>
      <p:ext uri="{BB962C8B-B14F-4D97-AF65-F5344CB8AC3E}">
        <p14:creationId xmlns:p14="http://schemas.microsoft.com/office/powerpoint/2010/main" val="193103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D7183-C123-83DF-7220-6CE4717679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DAD5042C-1681-8640-E36F-CA760B342F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dirty="0"/>
          </a:p>
        </p:txBody>
      </p:sp>
      <p:sp>
        <p:nvSpPr>
          <p:cNvPr id="4" name="Text Placeholder 3">
            <a:extLst>
              <a:ext uri="{FF2B5EF4-FFF2-40B4-BE49-F238E27FC236}">
                <a16:creationId xmlns:a16="http://schemas.microsoft.com/office/drawing/2014/main" id="{CDA55F17-5731-C37D-92FF-A8E482D559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85B97B-38BE-0896-CC6F-12B6AE3EF330}"/>
              </a:ext>
            </a:extLst>
          </p:cNvPr>
          <p:cNvSpPr>
            <a:spLocks noGrp="1"/>
          </p:cNvSpPr>
          <p:nvPr>
            <p:ph type="dt" sz="half" idx="10"/>
          </p:nvPr>
        </p:nvSpPr>
        <p:spPr/>
        <p:txBody>
          <a:bodyPr/>
          <a:lstStyle/>
          <a:p>
            <a:fld id="{15394574-C35C-4590-A4AF-D6962FDC904A}" type="datetimeFigureOut">
              <a:rPr lang="en-CA" smtClean="0"/>
              <a:t>2025-12-04</a:t>
            </a:fld>
            <a:endParaRPr lang="en-CA" dirty="0"/>
          </a:p>
        </p:txBody>
      </p:sp>
      <p:sp>
        <p:nvSpPr>
          <p:cNvPr id="6" name="Footer Placeholder 5">
            <a:extLst>
              <a:ext uri="{FF2B5EF4-FFF2-40B4-BE49-F238E27FC236}">
                <a16:creationId xmlns:a16="http://schemas.microsoft.com/office/drawing/2014/main" id="{E025BCBB-BF15-C3D4-BA19-D318ED4F7A2B}"/>
              </a:ext>
            </a:extLst>
          </p:cNvPr>
          <p:cNvSpPr>
            <a:spLocks noGrp="1"/>
          </p:cNvSpPr>
          <p:nvPr>
            <p:ph type="ftr" sz="quarter" idx="11"/>
          </p:nvPr>
        </p:nvSpPr>
        <p:spPr/>
        <p:txBody>
          <a:bodyPr/>
          <a:lstStyle/>
          <a:p>
            <a:endParaRPr lang="en-CA" dirty="0"/>
          </a:p>
        </p:txBody>
      </p:sp>
      <p:sp>
        <p:nvSpPr>
          <p:cNvPr id="7" name="Slide Number Placeholder 6">
            <a:extLst>
              <a:ext uri="{FF2B5EF4-FFF2-40B4-BE49-F238E27FC236}">
                <a16:creationId xmlns:a16="http://schemas.microsoft.com/office/drawing/2014/main" id="{7B4E7C57-2675-EA0A-3D3C-14F1940ACDA3}"/>
              </a:ext>
            </a:extLst>
          </p:cNvPr>
          <p:cNvSpPr>
            <a:spLocks noGrp="1"/>
          </p:cNvSpPr>
          <p:nvPr>
            <p:ph type="sldNum" sz="quarter" idx="12"/>
          </p:nvPr>
        </p:nvSpPr>
        <p:spPr/>
        <p:txBody>
          <a:bodyPr/>
          <a:lstStyle/>
          <a:p>
            <a:fld id="{3F06150A-CCFE-469F-9F97-26DA67128A85}" type="slidenum">
              <a:rPr lang="en-CA" smtClean="0"/>
              <a:t>‹#›</a:t>
            </a:fld>
            <a:endParaRPr lang="en-CA" dirty="0"/>
          </a:p>
        </p:txBody>
      </p:sp>
    </p:spTree>
    <p:extLst>
      <p:ext uri="{BB962C8B-B14F-4D97-AF65-F5344CB8AC3E}">
        <p14:creationId xmlns:p14="http://schemas.microsoft.com/office/powerpoint/2010/main" val="2743654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C4245-9E40-96E2-8264-F1E000039C1C}"/>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290B028D-F2AE-A022-0543-71DAB856E1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9453635-7E97-1C86-0054-9CEDE2002984}"/>
              </a:ext>
            </a:extLst>
          </p:cNvPr>
          <p:cNvSpPr>
            <a:spLocks noGrp="1"/>
          </p:cNvSpPr>
          <p:nvPr>
            <p:ph type="dt" sz="half" idx="10"/>
          </p:nvPr>
        </p:nvSpPr>
        <p:spPr/>
        <p:txBody>
          <a:bodyPr/>
          <a:lstStyle/>
          <a:p>
            <a:fld id="{15394574-C35C-4590-A4AF-D6962FDC904A}" type="datetimeFigureOut">
              <a:rPr lang="en-CA" smtClean="0"/>
              <a:t>2025-12-04</a:t>
            </a:fld>
            <a:endParaRPr lang="en-CA" dirty="0"/>
          </a:p>
        </p:txBody>
      </p:sp>
      <p:sp>
        <p:nvSpPr>
          <p:cNvPr id="5" name="Footer Placeholder 4">
            <a:extLst>
              <a:ext uri="{FF2B5EF4-FFF2-40B4-BE49-F238E27FC236}">
                <a16:creationId xmlns:a16="http://schemas.microsoft.com/office/drawing/2014/main" id="{CE5AEFDF-E7F6-18AD-8D7E-2FA2E45ABABD}"/>
              </a:ext>
            </a:extLst>
          </p:cNvPr>
          <p:cNvSpPr>
            <a:spLocks noGrp="1"/>
          </p:cNvSpPr>
          <p:nvPr>
            <p:ph type="ftr" sz="quarter" idx="11"/>
          </p:nvPr>
        </p:nvSpPr>
        <p:spPr/>
        <p:txBody>
          <a:bodyPr/>
          <a:lstStyle/>
          <a:p>
            <a:endParaRPr lang="en-CA" dirty="0"/>
          </a:p>
        </p:txBody>
      </p:sp>
      <p:sp>
        <p:nvSpPr>
          <p:cNvPr id="6" name="Slide Number Placeholder 5">
            <a:extLst>
              <a:ext uri="{FF2B5EF4-FFF2-40B4-BE49-F238E27FC236}">
                <a16:creationId xmlns:a16="http://schemas.microsoft.com/office/drawing/2014/main" id="{89AA03EF-3D9A-DF9F-E86F-564961248F4D}"/>
              </a:ext>
            </a:extLst>
          </p:cNvPr>
          <p:cNvSpPr>
            <a:spLocks noGrp="1"/>
          </p:cNvSpPr>
          <p:nvPr>
            <p:ph type="sldNum" sz="quarter" idx="12"/>
          </p:nvPr>
        </p:nvSpPr>
        <p:spPr/>
        <p:txBody>
          <a:bodyPr/>
          <a:lstStyle/>
          <a:p>
            <a:fld id="{3F06150A-CCFE-469F-9F97-26DA67128A85}" type="slidenum">
              <a:rPr lang="en-CA" smtClean="0"/>
              <a:t>‹#›</a:t>
            </a:fld>
            <a:endParaRPr lang="en-CA" dirty="0"/>
          </a:p>
        </p:txBody>
      </p:sp>
    </p:spTree>
    <p:extLst>
      <p:ext uri="{BB962C8B-B14F-4D97-AF65-F5344CB8AC3E}">
        <p14:creationId xmlns:p14="http://schemas.microsoft.com/office/powerpoint/2010/main" val="3216734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F16B66-197C-65B9-1AE2-13C85D30928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1C4E2ADF-E3A0-9A94-AA88-7C171EAC04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F49E648-916D-CE04-0DFD-1C7312FE495D}"/>
              </a:ext>
            </a:extLst>
          </p:cNvPr>
          <p:cNvSpPr>
            <a:spLocks noGrp="1"/>
          </p:cNvSpPr>
          <p:nvPr>
            <p:ph type="dt" sz="half" idx="10"/>
          </p:nvPr>
        </p:nvSpPr>
        <p:spPr/>
        <p:txBody>
          <a:bodyPr/>
          <a:lstStyle/>
          <a:p>
            <a:fld id="{15394574-C35C-4590-A4AF-D6962FDC904A}" type="datetimeFigureOut">
              <a:rPr lang="en-CA" smtClean="0"/>
              <a:t>2025-12-04</a:t>
            </a:fld>
            <a:endParaRPr lang="en-CA" dirty="0"/>
          </a:p>
        </p:txBody>
      </p:sp>
      <p:sp>
        <p:nvSpPr>
          <p:cNvPr id="5" name="Footer Placeholder 4">
            <a:extLst>
              <a:ext uri="{FF2B5EF4-FFF2-40B4-BE49-F238E27FC236}">
                <a16:creationId xmlns:a16="http://schemas.microsoft.com/office/drawing/2014/main" id="{2B512949-5702-8DE9-2F61-99E44C3174A9}"/>
              </a:ext>
            </a:extLst>
          </p:cNvPr>
          <p:cNvSpPr>
            <a:spLocks noGrp="1"/>
          </p:cNvSpPr>
          <p:nvPr>
            <p:ph type="ftr" sz="quarter" idx="11"/>
          </p:nvPr>
        </p:nvSpPr>
        <p:spPr/>
        <p:txBody>
          <a:bodyPr/>
          <a:lstStyle/>
          <a:p>
            <a:endParaRPr lang="en-CA" dirty="0"/>
          </a:p>
        </p:txBody>
      </p:sp>
      <p:sp>
        <p:nvSpPr>
          <p:cNvPr id="6" name="Slide Number Placeholder 5">
            <a:extLst>
              <a:ext uri="{FF2B5EF4-FFF2-40B4-BE49-F238E27FC236}">
                <a16:creationId xmlns:a16="http://schemas.microsoft.com/office/drawing/2014/main" id="{797615D0-2312-8972-CE7D-E00CE09AFE30}"/>
              </a:ext>
            </a:extLst>
          </p:cNvPr>
          <p:cNvSpPr>
            <a:spLocks noGrp="1"/>
          </p:cNvSpPr>
          <p:nvPr>
            <p:ph type="sldNum" sz="quarter" idx="12"/>
          </p:nvPr>
        </p:nvSpPr>
        <p:spPr/>
        <p:txBody>
          <a:bodyPr/>
          <a:lstStyle/>
          <a:p>
            <a:fld id="{3F06150A-CCFE-469F-9F97-26DA67128A85}" type="slidenum">
              <a:rPr lang="en-CA" smtClean="0"/>
              <a:t>‹#›</a:t>
            </a:fld>
            <a:endParaRPr lang="en-CA" dirty="0"/>
          </a:p>
        </p:txBody>
      </p:sp>
    </p:spTree>
    <p:extLst>
      <p:ext uri="{BB962C8B-B14F-4D97-AF65-F5344CB8AC3E}">
        <p14:creationId xmlns:p14="http://schemas.microsoft.com/office/powerpoint/2010/main" val="2775098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20E8D2-9ADA-596C-E92D-9F7007A558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FA084D93-A641-57C5-AE42-28E3C69B6B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BFDF1A7-D7DF-AF4B-15F9-08BA3BA0B3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394574-C35C-4590-A4AF-D6962FDC904A}" type="datetimeFigureOut">
              <a:rPr lang="en-CA" smtClean="0"/>
              <a:t>2025-12-04</a:t>
            </a:fld>
            <a:endParaRPr lang="en-CA" dirty="0"/>
          </a:p>
        </p:txBody>
      </p:sp>
      <p:sp>
        <p:nvSpPr>
          <p:cNvPr id="5" name="Footer Placeholder 4">
            <a:extLst>
              <a:ext uri="{FF2B5EF4-FFF2-40B4-BE49-F238E27FC236}">
                <a16:creationId xmlns:a16="http://schemas.microsoft.com/office/drawing/2014/main" id="{4DD98F72-7EDD-DE4F-F3D7-4F95C97662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dirty="0"/>
          </a:p>
        </p:txBody>
      </p:sp>
      <p:sp>
        <p:nvSpPr>
          <p:cNvPr id="6" name="Slide Number Placeholder 5">
            <a:extLst>
              <a:ext uri="{FF2B5EF4-FFF2-40B4-BE49-F238E27FC236}">
                <a16:creationId xmlns:a16="http://schemas.microsoft.com/office/drawing/2014/main" id="{E8E4E7A8-CAC7-5151-7269-30849BDC96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06150A-CCFE-469F-9F97-26DA67128A85}" type="slidenum">
              <a:rPr lang="en-CA" smtClean="0"/>
              <a:t>‹#›</a:t>
            </a:fld>
            <a:endParaRPr lang="en-CA" dirty="0"/>
          </a:p>
        </p:txBody>
      </p:sp>
    </p:spTree>
    <p:extLst>
      <p:ext uri="{BB962C8B-B14F-4D97-AF65-F5344CB8AC3E}">
        <p14:creationId xmlns:p14="http://schemas.microsoft.com/office/powerpoint/2010/main" val="39903189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hyperlink" Target="https://github.com/LishitaR/BINF-6210-Assignment-4"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hyperlink" Target="https://medium.com/@heyamit10/xgboost-in-r-a-practical-guide-f14b722866c1" TargetMode="External"/><Relationship Id="rId3" Type="http://schemas.openxmlformats.org/officeDocument/2006/relationships/hyperlink" Target="https://en.wikibooks.org/wiki/Data_Mining_Algorithms_In_R/Classification/SVM" TargetMode="External"/><Relationship Id="rId7" Type="http://schemas.openxmlformats.org/officeDocument/2006/relationships/hyperlink" Target="https://developer.ibm.com/tutorials/awb-implement-xgboost-in-r/" TargetMode="External"/><Relationship Id="rId2" Type="http://schemas.openxmlformats.org/officeDocument/2006/relationships/hyperlink" Target="https://www.datacamp.com/tutorial/support-vector-machines-r" TargetMode="External"/><Relationship Id="rId1" Type="http://schemas.openxmlformats.org/officeDocument/2006/relationships/slideLayout" Target="../slideLayouts/slideLayout2.xml"/><Relationship Id="rId6" Type="http://schemas.openxmlformats.org/officeDocument/2006/relationships/hyperlink" Target="https://www.numberanalytics.com/blog/optimizing-random-forests-ml-performance" TargetMode="External"/><Relationship Id="rId5" Type="http://schemas.openxmlformats.org/officeDocument/2006/relationships/hyperlink" Target="https://stackoverflow.com/questions/37190135/how-can-i-speed-up-the-training-of-my-random-forest" TargetMode="External"/><Relationship Id="rId10" Type="http://schemas.openxmlformats.org/officeDocument/2006/relationships/hyperlink" Target="https://search.r-project.org/CRAN/refmans/directotree/html/description.html" TargetMode="External"/><Relationship Id="rId4" Type="http://schemas.openxmlformats.org/officeDocument/2006/relationships/hyperlink" Target="https://www.rdocumentation.org/packages/e1071/versions/1.7-16/topics/svm" TargetMode="External"/><Relationship Id="rId9" Type="http://schemas.openxmlformats.org/officeDocument/2006/relationships/hyperlink" Target="https://rpubs.com/nicklepore/XGBoost" TargetMode="External"/></Relationships>
</file>

<file path=ppt/slides/_rels/slide22.xml.rels><?xml version="1.0" encoding="UTF-8" standalone="yes"?>
<Relationships xmlns="http://schemas.openxmlformats.org/package/2006/relationships"><Relationship Id="rId8" Type="http://schemas.openxmlformats.org/officeDocument/2006/relationships/hyperlink" Target="https://www.youtube.com/watch?v=5vgP05YpKdE" TargetMode="External"/><Relationship Id="rId3" Type="http://schemas.openxmlformats.org/officeDocument/2006/relationships/hyperlink" Target="https://www.youtube.com/watch?v=gKyUucJwD8U" TargetMode="External"/><Relationship Id="rId7" Type="http://schemas.openxmlformats.org/officeDocument/2006/relationships/hyperlink" Target="https://www.youtube.com/watch?v=zk017BiA-ZE" TargetMode="External"/><Relationship Id="rId2" Type="http://schemas.openxmlformats.org/officeDocument/2006/relationships/hyperlink" Target="https://www.youtube.com/watch?v=OJcFCs7Toe4" TargetMode="External"/><Relationship Id="rId1" Type="http://schemas.openxmlformats.org/officeDocument/2006/relationships/slideLayout" Target="../slideLayouts/slideLayout2.xml"/><Relationship Id="rId6" Type="http://schemas.openxmlformats.org/officeDocument/2006/relationships/hyperlink" Target="https://www.youtube.com/watch?v=6EXPYzbfLCE" TargetMode="External"/><Relationship Id="rId5" Type="http://schemas.openxmlformats.org/officeDocument/2006/relationships/hyperlink" Target="https://www.youtube.com/watch?v=ueKqDlMxueE" TargetMode="External"/><Relationship Id="rId10" Type="http://schemas.openxmlformats.org/officeDocument/2006/relationships/hyperlink" Target="https://www.youtube.com/watch?v=u4IxOk2ijSs" TargetMode="External"/><Relationship Id="rId4" Type="http://schemas.openxmlformats.org/officeDocument/2006/relationships/hyperlink" Target="https://www.youtube.com/watch?v=QkAmOb1AMrY" TargetMode="External"/><Relationship Id="rId9" Type="http://schemas.openxmlformats.org/officeDocument/2006/relationships/hyperlink" Target="https://www.youtube.com/watch?v=NLrb41ls4q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6CCA5F87-1D1E-45CB-8D83-FC7EEFAD9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close-up of a blue cell&#10;&#10;AI-generated content may be incorrect.">
            <a:extLst>
              <a:ext uri="{FF2B5EF4-FFF2-40B4-BE49-F238E27FC236}">
                <a16:creationId xmlns:a16="http://schemas.microsoft.com/office/drawing/2014/main" id="{B8907D9D-0C5A-7D72-B767-98A82F7AD62D}"/>
              </a:ext>
            </a:extLst>
          </p:cNvPr>
          <p:cNvPicPr>
            <a:picLocks noChangeAspect="1"/>
          </p:cNvPicPr>
          <p:nvPr/>
        </p:nvPicPr>
        <p:blipFill>
          <a:blip r:embed="rId3"/>
          <a:srcRect l="18414" t="9091" r="1" b="1"/>
          <a:stretch>
            <a:fillRect/>
          </a:stretch>
        </p:blipFill>
        <p:spPr>
          <a:xfrm>
            <a:off x="20" y="10"/>
            <a:ext cx="8668492" cy="6857990"/>
          </a:xfrm>
          <a:prstGeom prst="rect">
            <a:avLst/>
          </a:prstGeom>
        </p:spPr>
      </p:pic>
      <p:sp>
        <p:nvSpPr>
          <p:cNvPr id="53" name="Rectangle 52">
            <a:extLst>
              <a:ext uri="{FF2B5EF4-FFF2-40B4-BE49-F238E27FC236}">
                <a16:creationId xmlns:a16="http://schemas.microsoft.com/office/drawing/2014/main" id="{7CCFC2C6-6238-4A2F-93DE-2ADF74AF6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711652" y="0"/>
            <a:ext cx="8480347"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a:extLst>
              <a:ext uri="{FF2B5EF4-FFF2-40B4-BE49-F238E27FC236}">
                <a16:creationId xmlns:a16="http://schemas.microsoft.com/office/drawing/2014/main" id="{E9221427-D60D-E9AD-CCB3-549972988B33}"/>
              </a:ext>
            </a:extLst>
          </p:cNvPr>
          <p:cNvSpPr>
            <a:spLocks noGrp="1"/>
          </p:cNvSpPr>
          <p:nvPr>
            <p:ph type="title"/>
          </p:nvPr>
        </p:nvSpPr>
        <p:spPr>
          <a:xfrm>
            <a:off x="6336633" y="-665747"/>
            <a:ext cx="5535328" cy="6701108"/>
          </a:xfrm>
        </p:spPr>
        <p:txBody>
          <a:bodyPr vert="horz" lIns="91440" tIns="45720" rIns="91440" bIns="45720" rtlCol="0" anchor="b">
            <a:normAutofit fontScale="90000"/>
          </a:bodyPr>
          <a:lstStyle/>
          <a:p>
            <a:br>
              <a:rPr lang="en-US" sz="3200" dirty="0"/>
            </a:br>
            <a:br>
              <a:rPr lang="en-US" sz="3200" dirty="0"/>
            </a:br>
            <a:br>
              <a:rPr lang="en-US" sz="3200" dirty="0"/>
            </a:br>
            <a:br>
              <a:rPr lang="en-US" sz="3200" dirty="0"/>
            </a:br>
            <a:br>
              <a:rPr lang="en-US" sz="3200" dirty="0"/>
            </a:br>
            <a:r>
              <a:rPr lang="en-US" sz="3900" dirty="0"/>
              <a:t>Machine-Learning Classification of three </a:t>
            </a:r>
            <a:r>
              <a:rPr lang="en-US" sz="3900" i="1" dirty="0"/>
              <a:t>Aspergillus </a:t>
            </a:r>
            <a:r>
              <a:rPr lang="en-US" sz="3900" dirty="0"/>
              <a:t>Species Using ITS Barcode Data</a:t>
            </a:r>
            <a:br>
              <a:rPr lang="en-US" sz="4000" dirty="0"/>
            </a:br>
            <a:br>
              <a:rPr lang="en-US" sz="4000" dirty="0"/>
            </a:br>
            <a:r>
              <a:rPr lang="en-US" sz="2200" b="1" dirty="0"/>
              <a:t>Student:</a:t>
            </a:r>
            <a:r>
              <a:rPr lang="en-US" sz="2200" dirty="0"/>
              <a:t> Lishita Rowjee (1093319)</a:t>
            </a:r>
            <a:br>
              <a:rPr lang="en-US" sz="2200" dirty="0"/>
            </a:br>
            <a:r>
              <a:rPr lang="en-US" sz="2200" b="1" dirty="0"/>
              <a:t>Course:</a:t>
            </a:r>
            <a:r>
              <a:rPr lang="en-US" sz="2200" dirty="0"/>
              <a:t> BINF*6210</a:t>
            </a:r>
            <a:br>
              <a:rPr lang="en-US" sz="2200" dirty="0"/>
            </a:br>
            <a:r>
              <a:rPr lang="en-US" sz="2200" b="1" dirty="0"/>
              <a:t>Data Sources: </a:t>
            </a:r>
            <a:r>
              <a:rPr lang="en-US" sz="2200" dirty="0"/>
              <a:t>BOLD, NCBI</a:t>
            </a:r>
            <a:br>
              <a:rPr lang="en-US" sz="2200" dirty="0"/>
            </a:br>
            <a:br>
              <a:rPr lang="en-US" sz="2200" dirty="0"/>
            </a:br>
            <a:r>
              <a:rPr lang="en-US" sz="2200" b="1" dirty="0"/>
              <a:t>GitHub link: </a:t>
            </a:r>
            <a:r>
              <a:rPr lang="en-US" sz="2200" b="1" dirty="0">
                <a:hlinkClick r:id="rId4"/>
              </a:rPr>
              <a:t>https://github.com/LishitaR/BINF-6210-Assignment-4</a:t>
            </a:r>
            <a:br>
              <a:rPr lang="en-US" sz="2400" dirty="0"/>
            </a:br>
            <a:br>
              <a:rPr lang="en-US" sz="3200" dirty="0"/>
            </a:br>
            <a:br>
              <a:rPr lang="en-US" sz="1200" dirty="0"/>
            </a:br>
            <a:endParaRPr lang="en-US" sz="1200" dirty="0"/>
          </a:p>
        </p:txBody>
      </p:sp>
      <p:sp>
        <p:nvSpPr>
          <p:cNvPr id="55" name="Rectangle 5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57" name="Rectangle 5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10500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C3D01EB-FE63-12C9-1D3D-7815A8B00E97}"/>
              </a:ext>
            </a:extLst>
          </p:cNvPr>
          <p:cNvSpPr>
            <a:spLocks noGrp="1"/>
          </p:cNvSpPr>
          <p:nvPr>
            <p:ph type="title"/>
          </p:nvPr>
        </p:nvSpPr>
        <p:spPr>
          <a:xfrm>
            <a:off x="1371599" y="294538"/>
            <a:ext cx="9895951" cy="1033669"/>
          </a:xfrm>
        </p:spPr>
        <p:txBody>
          <a:bodyPr>
            <a:normAutofit fontScale="90000"/>
          </a:bodyPr>
          <a:lstStyle/>
          <a:p>
            <a:pPr algn="ctr"/>
            <a:r>
              <a:rPr lang="en-CA" sz="4000" b="1" dirty="0">
                <a:solidFill>
                  <a:srgbClr val="FFFFFF"/>
                </a:solidFill>
              </a:rPr>
              <a:t>INTRODUCTION: Why identify </a:t>
            </a:r>
            <a:r>
              <a:rPr lang="en-CA" sz="4000" b="1" i="1" dirty="0">
                <a:solidFill>
                  <a:srgbClr val="FFFFFF"/>
                </a:solidFill>
              </a:rPr>
              <a:t>Aspergillus</a:t>
            </a:r>
            <a:r>
              <a:rPr lang="en-CA" sz="4000" b="1" dirty="0">
                <a:solidFill>
                  <a:srgbClr val="FFFFFF"/>
                </a:solidFill>
              </a:rPr>
              <a:t> species?</a:t>
            </a:r>
          </a:p>
        </p:txBody>
      </p:sp>
      <p:sp>
        <p:nvSpPr>
          <p:cNvPr id="3" name="Content Placeholder 2">
            <a:extLst>
              <a:ext uri="{FF2B5EF4-FFF2-40B4-BE49-F238E27FC236}">
                <a16:creationId xmlns:a16="http://schemas.microsoft.com/office/drawing/2014/main" id="{887625E0-B24C-F1A9-882B-57FCD11DAFFD}"/>
              </a:ext>
            </a:extLst>
          </p:cNvPr>
          <p:cNvSpPr>
            <a:spLocks noGrp="1"/>
          </p:cNvSpPr>
          <p:nvPr>
            <p:ph idx="1"/>
          </p:nvPr>
        </p:nvSpPr>
        <p:spPr>
          <a:xfrm>
            <a:off x="765120" y="2045178"/>
            <a:ext cx="10803466" cy="4944089"/>
          </a:xfrm>
        </p:spPr>
        <p:txBody>
          <a:bodyPr anchor="ctr">
            <a:normAutofit lnSpcReduction="10000"/>
          </a:bodyPr>
          <a:lstStyle/>
          <a:p>
            <a:pPr marL="0" indent="0">
              <a:buNone/>
            </a:pPr>
            <a:r>
              <a:rPr lang="en-CA" sz="2400" i="1" dirty="0"/>
              <a:t>Aspergillus</a:t>
            </a:r>
            <a:r>
              <a:rPr lang="en-CA" sz="2400" dirty="0"/>
              <a:t> species belong to fungi kingdom</a:t>
            </a:r>
          </a:p>
          <a:p>
            <a:r>
              <a:rPr lang="en-CA" sz="2400" dirty="0"/>
              <a:t>Ubiquitous in the environment</a:t>
            </a:r>
          </a:p>
          <a:p>
            <a:r>
              <a:rPr lang="en-CA" sz="2400" dirty="0"/>
              <a:t>Morphological identification is unreliable</a:t>
            </a:r>
          </a:p>
          <a:p>
            <a:r>
              <a:rPr lang="en-CA" sz="2400" dirty="0"/>
              <a:t>Accurate identification needed for research, medicine and biodiversity studies</a:t>
            </a:r>
          </a:p>
          <a:p>
            <a:r>
              <a:rPr lang="en-US" sz="2400" dirty="0"/>
              <a:t>Internal transcribed spacer (ITS) widely used for DNA fungal barcoding (Schoch et al., 2012)</a:t>
            </a:r>
          </a:p>
          <a:p>
            <a:pPr marL="0" indent="0" fontAlgn="base">
              <a:buNone/>
            </a:pPr>
            <a:r>
              <a:rPr lang="en-US" sz="2400" b="1" dirty="0"/>
              <a:t>Limitations of ITS:</a:t>
            </a:r>
          </a:p>
          <a:p>
            <a:pPr fontAlgn="base"/>
            <a:r>
              <a:rPr lang="en-US" sz="2400" dirty="0"/>
              <a:t>May not distinguish closely related species (Schoch et al., 2012)</a:t>
            </a:r>
          </a:p>
          <a:p>
            <a:pPr fontAlgn="base"/>
            <a:r>
              <a:rPr lang="en-US" sz="2400" dirty="0"/>
              <a:t>Public databases (BOLD, NCBI) contain mislabeled/low-quality sequences (Nilsson et al., 2019) </a:t>
            </a:r>
          </a:p>
          <a:p>
            <a:pPr marL="0" indent="0" fontAlgn="base">
              <a:buNone/>
            </a:pPr>
            <a:r>
              <a:rPr lang="en-US" sz="2400" b="1" dirty="0"/>
              <a:t>Gap</a:t>
            </a:r>
            <a:r>
              <a:rPr lang="en-US" sz="2400" dirty="0"/>
              <a:t>: Will machine learning be able to detect subtle ITS sequence patterns → relevant for species discrimination</a:t>
            </a:r>
            <a:r>
              <a:rPr lang="en-US" sz="2000" dirty="0"/>
              <a:t>?</a:t>
            </a:r>
            <a:endParaRPr lang="en-CA" sz="2000" dirty="0"/>
          </a:p>
          <a:p>
            <a:endParaRPr lang="en-CA" sz="2000" dirty="0"/>
          </a:p>
          <a:p>
            <a:endParaRPr lang="en-CA" sz="2000" dirty="0"/>
          </a:p>
        </p:txBody>
      </p:sp>
      <p:sp>
        <p:nvSpPr>
          <p:cNvPr id="4" name="Rectangle 3">
            <a:extLst>
              <a:ext uri="{FF2B5EF4-FFF2-40B4-BE49-F238E27FC236}">
                <a16:creationId xmlns:a16="http://schemas.microsoft.com/office/drawing/2014/main" id="{AC300D2D-B6FE-9B32-4132-832221F81805}"/>
              </a:ext>
            </a:extLst>
          </p:cNvPr>
          <p:cNvSpPr/>
          <p:nvPr/>
        </p:nvSpPr>
        <p:spPr>
          <a:xfrm>
            <a:off x="765120" y="5750013"/>
            <a:ext cx="10315074" cy="95450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880287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4" name="Rectangle 2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Freeform: Shape 3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Rectangle 3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D4E57C6-3B79-1279-9DCB-224FF659C2A4}"/>
              </a:ext>
            </a:extLst>
          </p:cNvPr>
          <p:cNvSpPr>
            <a:spLocks noGrp="1"/>
          </p:cNvSpPr>
          <p:nvPr>
            <p:ph type="title"/>
          </p:nvPr>
        </p:nvSpPr>
        <p:spPr>
          <a:xfrm>
            <a:off x="466722" y="586855"/>
            <a:ext cx="3201366" cy="3387497"/>
          </a:xfrm>
        </p:spPr>
        <p:txBody>
          <a:bodyPr anchor="b">
            <a:normAutofit/>
          </a:bodyPr>
          <a:lstStyle/>
          <a:p>
            <a:pPr algn="r"/>
            <a:r>
              <a:rPr lang="en-CA" sz="4000" b="1" dirty="0">
                <a:solidFill>
                  <a:srgbClr val="FFFFFF"/>
                </a:solidFill>
              </a:rPr>
              <a:t>Research question</a:t>
            </a:r>
          </a:p>
        </p:txBody>
      </p:sp>
      <p:sp>
        <p:nvSpPr>
          <p:cNvPr id="16" name="Content Placeholder 2">
            <a:extLst>
              <a:ext uri="{FF2B5EF4-FFF2-40B4-BE49-F238E27FC236}">
                <a16:creationId xmlns:a16="http://schemas.microsoft.com/office/drawing/2014/main" id="{005F418C-52B2-8928-46BF-C33A34C8E652}"/>
              </a:ext>
            </a:extLst>
          </p:cNvPr>
          <p:cNvSpPr>
            <a:spLocks noGrp="1"/>
          </p:cNvSpPr>
          <p:nvPr>
            <p:ph idx="1"/>
          </p:nvPr>
        </p:nvSpPr>
        <p:spPr>
          <a:xfrm>
            <a:off x="4810259" y="649480"/>
            <a:ext cx="6555347" cy="5546047"/>
          </a:xfrm>
        </p:spPr>
        <p:txBody>
          <a:bodyPr anchor="ctr">
            <a:normAutofit/>
          </a:bodyPr>
          <a:lstStyle/>
          <a:p>
            <a:r>
              <a:rPr lang="en-CA" sz="2400" dirty="0"/>
              <a:t>Is ITS DNA barcoding from combined BOLD and NCBI datasets sufficient for machine learning algorithms (Random Forest, SVM, XGBoost) to reliably classify closely related </a:t>
            </a:r>
            <a:r>
              <a:rPr lang="en-CA" sz="2400" i="1" dirty="0"/>
              <a:t>Aspergillus</a:t>
            </a:r>
            <a:r>
              <a:rPr lang="en-CA" sz="2400" dirty="0"/>
              <a:t> species, considering database sequence quality and bias?</a:t>
            </a:r>
          </a:p>
          <a:p>
            <a:pPr marL="0" indent="0">
              <a:buNone/>
            </a:pPr>
            <a:endParaRPr lang="en-CA" sz="2400" dirty="0"/>
          </a:p>
          <a:p>
            <a:r>
              <a:rPr lang="en-CA" sz="2400" dirty="0"/>
              <a:t>Species selected for this project: </a:t>
            </a:r>
            <a:r>
              <a:rPr lang="en-CA" sz="2400" i="1" dirty="0"/>
              <a:t>Aspergillus fumigatus (A. fumigatus)</a:t>
            </a:r>
            <a:r>
              <a:rPr lang="en-CA" sz="2400" dirty="0"/>
              <a:t>, </a:t>
            </a:r>
            <a:r>
              <a:rPr lang="en-CA" sz="2400" i="1" dirty="0"/>
              <a:t>Aspergillus niger (A. niger)</a:t>
            </a:r>
            <a:r>
              <a:rPr lang="en-CA" sz="2400" dirty="0"/>
              <a:t>, </a:t>
            </a:r>
            <a:r>
              <a:rPr lang="en-CA" sz="2400" i="1" dirty="0"/>
              <a:t>Aspergillus flavus (A. flavus)</a:t>
            </a:r>
          </a:p>
          <a:p>
            <a:pPr marL="0" indent="0">
              <a:buNone/>
            </a:pPr>
            <a:endParaRPr lang="en-CA" sz="2400" i="1" dirty="0"/>
          </a:p>
          <a:p>
            <a:r>
              <a:rPr lang="en-CA" sz="2400" dirty="0"/>
              <a:t>Reason: </a:t>
            </a:r>
            <a:r>
              <a:rPr lang="en-US" sz="2400" dirty="0"/>
              <a:t>These species can exhibit similar ITS sequence patterns, making them challenging to separate using traditional barcoding approaches (Sugita et al., 2004) </a:t>
            </a:r>
            <a:endParaRPr lang="en-CA" sz="2400" i="1" dirty="0"/>
          </a:p>
        </p:txBody>
      </p:sp>
    </p:spTree>
    <p:extLst>
      <p:ext uri="{BB962C8B-B14F-4D97-AF65-F5344CB8AC3E}">
        <p14:creationId xmlns:p14="http://schemas.microsoft.com/office/powerpoint/2010/main" val="297827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BD6C987-3E72-0E67-A492-778D50AEBE9B}"/>
              </a:ext>
            </a:extLst>
          </p:cNvPr>
          <p:cNvSpPr>
            <a:spLocks noGrp="1"/>
          </p:cNvSpPr>
          <p:nvPr>
            <p:ph type="title"/>
          </p:nvPr>
        </p:nvSpPr>
        <p:spPr>
          <a:xfrm>
            <a:off x="1371597" y="348865"/>
            <a:ext cx="10044023" cy="877729"/>
          </a:xfrm>
        </p:spPr>
        <p:txBody>
          <a:bodyPr anchor="ctr">
            <a:normAutofit/>
          </a:bodyPr>
          <a:lstStyle/>
          <a:p>
            <a:pPr algn="ctr"/>
            <a:r>
              <a:rPr lang="en-CA" sz="4000" b="1" dirty="0">
                <a:solidFill>
                  <a:srgbClr val="FFFFFF"/>
                </a:solidFill>
              </a:rPr>
              <a:t>Hypotheses</a:t>
            </a:r>
          </a:p>
        </p:txBody>
      </p:sp>
      <p:graphicFrame>
        <p:nvGraphicFramePr>
          <p:cNvPr id="14" name="Content Placeholder 2">
            <a:extLst>
              <a:ext uri="{FF2B5EF4-FFF2-40B4-BE49-F238E27FC236}">
                <a16:creationId xmlns:a16="http://schemas.microsoft.com/office/drawing/2014/main" id="{C5301456-1F1B-1D20-E939-74297EE06375}"/>
              </a:ext>
            </a:extLst>
          </p:cNvPr>
          <p:cNvGraphicFramePr>
            <a:graphicFrameLocks noGrp="1"/>
          </p:cNvGraphicFramePr>
          <p:nvPr>
            <p:ph idx="1"/>
            <p:extLst>
              <p:ext uri="{D42A27DB-BD31-4B8C-83A1-F6EECF244321}">
                <p14:modId xmlns:p14="http://schemas.microsoft.com/office/powerpoint/2010/main" val="871169794"/>
              </p:ext>
            </p:extLst>
          </p:nvPr>
        </p:nvGraphicFramePr>
        <p:xfrm>
          <a:off x="304800" y="1389192"/>
          <a:ext cx="11760198" cy="54688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37160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C1735-C4F8-BC2B-9D63-A4535A939FA8}"/>
              </a:ext>
            </a:extLst>
          </p:cNvPr>
          <p:cNvSpPr>
            <a:spLocks noGrp="1"/>
          </p:cNvSpPr>
          <p:nvPr>
            <p:ph type="title"/>
          </p:nvPr>
        </p:nvSpPr>
        <p:spPr/>
        <p:txBody>
          <a:bodyPr/>
          <a:lstStyle/>
          <a:p>
            <a:pPr algn="ctr"/>
            <a:r>
              <a:rPr lang="en-CA" b="1" dirty="0"/>
              <a:t>Machine Learning Approaches</a:t>
            </a:r>
            <a:endParaRPr lang="en-CA" dirty="0"/>
          </a:p>
        </p:txBody>
      </p:sp>
      <p:graphicFrame>
        <p:nvGraphicFramePr>
          <p:cNvPr id="7" name="Content Placeholder 6">
            <a:extLst>
              <a:ext uri="{FF2B5EF4-FFF2-40B4-BE49-F238E27FC236}">
                <a16:creationId xmlns:a16="http://schemas.microsoft.com/office/drawing/2014/main" id="{87D70483-A3EE-DAA5-D151-AE1C9A85FD76}"/>
              </a:ext>
            </a:extLst>
          </p:cNvPr>
          <p:cNvGraphicFramePr>
            <a:graphicFrameLocks noGrp="1"/>
          </p:cNvGraphicFramePr>
          <p:nvPr>
            <p:ph idx="1"/>
            <p:extLst>
              <p:ext uri="{D42A27DB-BD31-4B8C-83A1-F6EECF244321}">
                <p14:modId xmlns:p14="http://schemas.microsoft.com/office/powerpoint/2010/main" val="3009840689"/>
              </p:ext>
            </p:extLst>
          </p:nvPr>
        </p:nvGraphicFramePr>
        <p:xfrm>
          <a:off x="838200" y="1825625"/>
          <a:ext cx="10712115" cy="2634080"/>
        </p:xfrm>
        <a:graphic>
          <a:graphicData uri="http://schemas.openxmlformats.org/drawingml/2006/table">
            <a:tbl>
              <a:tblPr firstRow="1" bandRow="1">
                <a:tableStyleId>{5C22544A-7EE6-4342-B048-85BDC9FD1C3A}</a:tableStyleId>
              </a:tblPr>
              <a:tblGrid>
                <a:gridCol w="3570705">
                  <a:extLst>
                    <a:ext uri="{9D8B030D-6E8A-4147-A177-3AD203B41FA5}">
                      <a16:colId xmlns:a16="http://schemas.microsoft.com/office/drawing/2014/main" val="3093955847"/>
                    </a:ext>
                  </a:extLst>
                </a:gridCol>
                <a:gridCol w="3570705">
                  <a:extLst>
                    <a:ext uri="{9D8B030D-6E8A-4147-A177-3AD203B41FA5}">
                      <a16:colId xmlns:a16="http://schemas.microsoft.com/office/drawing/2014/main" val="1767482550"/>
                    </a:ext>
                  </a:extLst>
                </a:gridCol>
                <a:gridCol w="3570705">
                  <a:extLst>
                    <a:ext uri="{9D8B030D-6E8A-4147-A177-3AD203B41FA5}">
                      <a16:colId xmlns:a16="http://schemas.microsoft.com/office/drawing/2014/main" val="4084001915"/>
                    </a:ext>
                  </a:extLst>
                </a:gridCol>
              </a:tblGrid>
              <a:tr h="426359">
                <a:tc>
                  <a:txBody>
                    <a:bodyPr/>
                    <a:lstStyle/>
                    <a:p>
                      <a:r>
                        <a:rPr lang="en-CA" sz="2000" dirty="0"/>
                        <a:t>Model</a:t>
                      </a:r>
                    </a:p>
                  </a:txBody>
                  <a:tcPr/>
                </a:tc>
                <a:tc>
                  <a:txBody>
                    <a:bodyPr/>
                    <a:lstStyle/>
                    <a:p>
                      <a:r>
                        <a:rPr lang="en-CA" sz="2000" dirty="0"/>
                        <a:t>Key feature</a:t>
                      </a:r>
                    </a:p>
                  </a:txBody>
                  <a:tcPr/>
                </a:tc>
                <a:tc>
                  <a:txBody>
                    <a:bodyPr/>
                    <a:lstStyle/>
                    <a:p>
                      <a:r>
                        <a:rPr lang="en-CA" sz="2000" dirty="0"/>
                        <a:t>Interpretation</a:t>
                      </a:r>
                    </a:p>
                  </a:txBody>
                  <a:tcPr/>
                </a:tc>
                <a:extLst>
                  <a:ext uri="{0D108BD9-81ED-4DB2-BD59-A6C34878D82A}">
                    <a16:rowId xmlns:a16="http://schemas.microsoft.com/office/drawing/2014/main" val="2524669227"/>
                  </a:ext>
                </a:extLst>
              </a:tr>
              <a:tr h="735907">
                <a:tc>
                  <a:txBody>
                    <a:bodyPr/>
                    <a:lstStyle/>
                    <a:p>
                      <a:r>
                        <a:rPr lang="en-CA" sz="2000" dirty="0"/>
                        <a:t>Random Forest</a:t>
                      </a:r>
                    </a:p>
                  </a:txBody>
                  <a:tcPr/>
                </a:tc>
                <a:tc>
                  <a:txBody>
                    <a:bodyPr/>
                    <a:lstStyle/>
                    <a:p>
                      <a:r>
                        <a:rPr lang="en-US" sz="2000" b="0" i="0" u="none" strike="noStrike" kern="1200" dirty="0">
                          <a:solidFill>
                            <a:schemeClr val="dk1"/>
                          </a:solidFill>
                          <a:effectLst/>
                          <a:latin typeface="+mn-lt"/>
                          <a:ea typeface="+mn-ea"/>
                          <a:cs typeface="+mn-cs"/>
                        </a:rPr>
                        <a:t>Nonlinear ensemble, robust to noise</a:t>
                      </a:r>
                      <a:endParaRPr lang="en-CA" sz="2000" dirty="0"/>
                    </a:p>
                  </a:txBody>
                  <a:tcPr/>
                </a:tc>
                <a:tc>
                  <a:txBody>
                    <a:bodyPr/>
                    <a:lstStyle/>
                    <a:p>
                      <a:r>
                        <a:rPr lang="en-US" sz="2000" b="0" i="0" u="none" strike="noStrike" kern="1200" dirty="0">
                          <a:solidFill>
                            <a:schemeClr val="dk1"/>
                          </a:solidFill>
                          <a:effectLst/>
                          <a:latin typeface="+mn-lt"/>
                          <a:ea typeface="+mn-ea"/>
                          <a:cs typeface="+mn-cs"/>
                        </a:rPr>
                        <a:t>High accuracy = good feature signal</a:t>
                      </a:r>
                      <a:endParaRPr lang="en-CA" sz="2000" dirty="0"/>
                    </a:p>
                  </a:txBody>
                  <a:tcPr/>
                </a:tc>
                <a:extLst>
                  <a:ext uri="{0D108BD9-81ED-4DB2-BD59-A6C34878D82A}">
                    <a16:rowId xmlns:a16="http://schemas.microsoft.com/office/drawing/2014/main" val="118119380"/>
                  </a:ext>
                </a:extLst>
              </a:tr>
              <a:tr h="735907">
                <a:tc>
                  <a:txBody>
                    <a:bodyPr/>
                    <a:lstStyle/>
                    <a:p>
                      <a:r>
                        <a:rPr lang="en-CA" sz="2000" dirty="0"/>
                        <a:t>SVM (Radial)</a:t>
                      </a:r>
                    </a:p>
                  </a:txBody>
                  <a:tcPr/>
                </a:tc>
                <a:tc>
                  <a:txBody>
                    <a:bodyPr/>
                    <a:lstStyle/>
                    <a:p>
                      <a:r>
                        <a:rPr lang="en-CA" sz="2000" b="0" i="0" u="none" strike="noStrike" kern="1200" dirty="0">
                          <a:solidFill>
                            <a:schemeClr val="dk1"/>
                          </a:solidFill>
                          <a:effectLst/>
                          <a:latin typeface="+mn-lt"/>
                          <a:ea typeface="+mn-ea"/>
                          <a:cs typeface="+mn-cs"/>
                        </a:rPr>
                        <a:t>Boundary-based classifier</a:t>
                      </a:r>
                      <a:endParaRPr lang="en-CA" sz="2000" dirty="0"/>
                    </a:p>
                  </a:txBody>
                  <a:tcPr/>
                </a:tc>
                <a:tc>
                  <a:txBody>
                    <a:bodyPr/>
                    <a:lstStyle/>
                    <a:p>
                      <a:r>
                        <a:rPr lang="en-US" sz="2000" b="0" i="0" u="none" strike="noStrike" kern="1200" dirty="0">
                          <a:solidFill>
                            <a:schemeClr val="dk1"/>
                          </a:solidFill>
                          <a:effectLst/>
                          <a:latin typeface="+mn-lt"/>
                          <a:ea typeface="+mn-ea"/>
                          <a:cs typeface="+mn-cs"/>
                        </a:rPr>
                        <a:t>Sensitive to overlap between species</a:t>
                      </a:r>
                      <a:endParaRPr lang="en-CA" sz="2000" dirty="0"/>
                    </a:p>
                  </a:txBody>
                  <a:tcPr/>
                </a:tc>
                <a:extLst>
                  <a:ext uri="{0D108BD9-81ED-4DB2-BD59-A6C34878D82A}">
                    <a16:rowId xmlns:a16="http://schemas.microsoft.com/office/drawing/2014/main" val="3863762744"/>
                  </a:ext>
                </a:extLst>
              </a:tr>
              <a:tr h="735907">
                <a:tc>
                  <a:txBody>
                    <a:bodyPr/>
                    <a:lstStyle/>
                    <a:p>
                      <a:r>
                        <a:rPr lang="en-CA" sz="2000" dirty="0"/>
                        <a:t>XGBoost</a:t>
                      </a:r>
                    </a:p>
                  </a:txBody>
                  <a:tcPr/>
                </a:tc>
                <a:tc>
                  <a:txBody>
                    <a:bodyPr/>
                    <a:lstStyle/>
                    <a:p>
                      <a:r>
                        <a:rPr lang="en-CA" sz="2000" dirty="0"/>
                        <a:t>Gradient Boosting</a:t>
                      </a:r>
                    </a:p>
                  </a:txBody>
                  <a:tcPr/>
                </a:tc>
                <a:tc>
                  <a:txBody>
                    <a:bodyPr/>
                    <a:lstStyle/>
                    <a:p>
                      <a:r>
                        <a:rPr lang="en-CA" sz="2000" b="0" i="0" u="none" strike="noStrike" kern="1200" dirty="0">
                          <a:solidFill>
                            <a:schemeClr val="dk1"/>
                          </a:solidFill>
                          <a:effectLst/>
                          <a:latin typeface="+mn-lt"/>
                          <a:ea typeface="+mn-ea"/>
                          <a:cs typeface="+mn-cs"/>
                        </a:rPr>
                        <a:t>Tests model generalization strength</a:t>
                      </a:r>
                      <a:endParaRPr lang="en-CA" sz="2000" dirty="0"/>
                    </a:p>
                  </a:txBody>
                  <a:tcPr/>
                </a:tc>
                <a:extLst>
                  <a:ext uri="{0D108BD9-81ED-4DB2-BD59-A6C34878D82A}">
                    <a16:rowId xmlns:a16="http://schemas.microsoft.com/office/drawing/2014/main" val="1859796737"/>
                  </a:ext>
                </a:extLst>
              </a:tr>
            </a:tbl>
          </a:graphicData>
        </a:graphic>
      </p:graphicFrame>
      <p:sp>
        <p:nvSpPr>
          <p:cNvPr id="8" name="TextBox 7">
            <a:extLst>
              <a:ext uri="{FF2B5EF4-FFF2-40B4-BE49-F238E27FC236}">
                <a16:creationId xmlns:a16="http://schemas.microsoft.com/office/drawing/2014/main" id="{D3ED940F-EA30-C22F-9764-48F08EE01167}"/>
              </a:ext>
            </a:extLst>
          </p:cNvPr>
          <p:cNvSpPr txBox="1"/>
          <p:nvPr/>
        </p:nvSpPr>
        <p:spPr>
          <a:xfrm>
            <a:off x="838200" y="4836695"/>
            <a:ext cx="10615863" cy="1200329"/>
          </a:xfrm>
          <a:prstGeom prst="rect">
            <a:avLst/>
          </a:prstGeom>
          <a:noFill/>
        </p:spPr>
        <p:txBody>
          <a:bodyPr wrap="square" rtlCol="0">
            <a:spAutoFit/>
          </a:bodyPr>
          <a:lstStyle/>
          <a:p>
            <a:pPr marL="285750" indent="-285750">
              <a:buFont typeface="Arial" panose="020B0604020202020204" pitchFamily="34" charset="0"/>
              <a:buChar char="•"/>
            </a:pPr>
            <a:r>
              <a:rPr lang="en-US" sz="2400" dirty="0"/>
              <a:t>If Accuracy &gt;80% across all models: H1 supported (ITS discriminates species).</a:t>
            </a:r>
          </a:p>
          <a:p>
            <a:pPr marL="285750" indent="-285750">
              <a:buFont typeface="Arial" panose="020B0604020202020204" pitchFamily="34" charset="0"/>
              <a:buChar char="•"/>
            </a:pPr>
            <a:r>
              <a:rPr lang="en-US" sz="2400" dirty="0"/>
              <a:t>If Accuracy ~50–70% and confusion matrix shows overlap: H2 supported.</a:t>
            </a:r>
            <a:endParaRPr lang="en-CA" sz="2400" dirty="0"/>
          </a:p>
        </p:txBody>
      </p:sp>
    </p:spTree>
    <p:extLst>
      <p:ext uri="{BB962C8B-B14F-4D97-AF65-F5344CB8AC3E}">
        <p14:creationId xmlns:p14="http://schemas.microsoft.com/office/powerpoint/2010/main" val="12365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872A69-9422-EE90-83BB-AFBCC04FFD42}"/>
              </a:ext>
            </a:extLst>
          </p:cNvPr>
          <p:cNvSpPr>
            <a:spLocks noGrp="1"/>
          </p:cNvSpPr>
          <p:nvPr>
            <p:ph type="title"/>
          </p:nvPr>
        </p:nvSpPr>
        <p:spPr>
          <a:xfrm>
            <a:off x="466722" y="586855"/>
            <a:ext cx="3201366" cy="3387497"/>
          </a:xfrm>
        </p:spPr>
        <p:txBody>
          <a:bodyPr anchor="b">
            <a:normAutofit/>
          </a:bodyPr>
          <a:lstStyle/>
          <a:p>
            <a:pPr algn="r"/>
            <a:r>
              <a:rPr lang="en-CA" sz="4000" b="1" dirty="0">
                <a:solidFill>
                  <a:srgbClr val="FFFFFF"/>
                </a:solidFill>
              </a:rPr>
              <a:t>Datasets Used</a:t>
            </a:r>
          </a:p>
        </p:txBody>
      </p:sp>
      <p:sp>
        <p:nvSpPr>
          <p:cNvPr id="3" name="Content Placeholder 2">
            <a:extLst>
              <a:ext uri="{FF2B5EF4-FFF2-40B4-BE49-F238E27FC236}">
                <a16:creationId xmlns:a16="http://schemas.microsoft.com/office/drawing/2014/main" id="{4A6EF2D8-1829-5B64-F616-C2A23EFAECB8}"/>
              </a:ext>
            </a:extLst>
          </p:cNvPr>
          <p:cNvSpPr>
            <a:spLocks noGrp="1"/>
          </p:cNvSpPr>
          <p:nvPr>
            <p:ph idx="1"/>
          </p:nvPr>
        </p:nvSpPr>
        <p:spPr>
          <a:xfrm>
            <a:off x="4407658" y="586855"/>
            <a:ext cx="7411453" cy="6416841"/>
          </a:xfrm>
        </p:spPr>
        <p:txBody>
          <a:bodyPr anchor="ctr">
            <a:normAutofit fontScale="92500" lnSpcReduction="20000"/>
          </a:bodyPr>
          <a:lstStyle/>
          <a:p>
            <a:pPr marL="0" indent="0">
              <a:buNone/>
            </a:pPr>
            <a:r>
              <a:rPr lang="en-CA" sz="2400" b="1" dirty="0"/>
              <a:t>BOLD</a:t>
            </a:r>
            <a:endParaRPr lang="en-CA" sz="2400" dirty="0"/>
          </a:p>
          <a:p>
            <a:r>
              <a:rPr lang="en-CA" sz="2400" dirty="0"/>
              <a:t>Downloaded through portal search “Aspergillus [tax]” (on November 16</a:t>
            </a:r>
            <a:r>
              <a:rPr lang="en-CA" sz="2400" baseline="30000" dirty="0"/>
              <a:t>th</a:t>
            </a:r>
            <a:r>
              <a:rPr lang="en-CA" sz="2400" dirty="0"/>
              <a:t>, 2025)</a:t>
            </a:r>
          </a:p>
          <a:p>
            <a:r>
              <a:rPr lang="en-CA" sz="2400" dirty="0"/>
              <a:t>Contains sequences + metadata (species, country, marker_code)</a:t>
            </a:r>
          </a:p>
          <a:p>
            <a:pPr marL="0" indent="0">
              <a:buNone/>
            </a:pPr>
            <a:endParaRPr lang="en-CA" sz="2400" dirty="0"/>
          </a:p>
          <a:p>
            <a:pPr marL="0" indent="0">
              <a:buNone/>
            </a:pPr>
            <a:r>
              <a:rPr lang="en-CA" sz="2400" b="1" dirty="0"/>
              <a:t>NCBI</a:t>
            </a:r>
            <a:endParaRPr lang="en-CA" sz="2400" dirty="0"/>
          </a:p>
          <a:p>
            <a:r>
              <a:rPr lang="en-CA" sz="2400" dirty="0"/>
              <a:t>Query through Rentrez</a:t>
            </a:r>
          </a:p>
          <a:p>
            <a:r>
              <a:rPr lang="en-CA" sz="2400" dirty="0"/>
              <a:t>14,117 hits for ITS-containing </a:t>
            </a:r>
            <a:r>
              <a:rPr lang="en-CA" sz="2400" i="1" dirty="0"/>
              <a:t>A. fumigatus / niger / flavus </a:t>
            </a:r>
            <a:r>
              <a:rPr lang="en-CA" sz="2400" dirty="0"/>
              <a:t>(on November 16</a:t>
            </a:r>
            <a:r>
              <a:rPr lang="en-CA" sz="2400" baseline="30000" dirty="0"/>
              <a:t>th</a:t>
            </a:r>
            <a:r>
              <a:rPr lang="en-CA" sz="2400" dirty="0"/>
              <a:t>, 2025)</a:t>
            </a:r>
          </a:p>
          <a:p>
            <a:r>
              <a:rPr lang="en-CA" sz="2400" dirty="0"/>
              <a:t>FASTA downloaded</a:t>
            </a:r>
          </a:p>
          <a:p>
            <a:pPr marL="0" indent="0">
              <a:buNone/>
            </a:pPr>
            <a:endParaRPr lang="en-CA" sz="2400" dirty="0"/>
          </a:p>
          <a:p>
            <a:pPr marL="0" indent="0">
              <a:buNone/>
            </a:pPr>
            <a:r>
              <a:rPr lang="en-CA" sz="2400" b="1" dirty="0"/>
              <a:t>Key Variables</a:t>
            </a:r>
            <a:endParaRPr lang="en-CA" sz="2400" dirty="0"/>
          </a:p>
          <a:p>
            <a:r>
              <a:rPr lang="en-CA" sz="2400" dirty="0"/>
              <a:t>Species</a:t>
            </a:r>
          </a:p>
          <a:p>
            <a:r>
              <a:rPr lang="en-CA" sz="2400" dirty="0"/>
              <a:t>ITS nucleotide sequence</a:t>
            </a:r>
          </a:p>
          <a:p>
            <a:r>
              <a:rPr lang="en-CA" sz="2400" dirty="0"/>
              <a:t>Sequence length</a:t>
            </a:r>
          </a:p>
          <a:p>
            <a:r>
              <a:rPr lang="en-CA" sz="2400" dirty="0"/>
              <a:t>GC content</a:t>
            </a:r>
          </a:p>
          <a:p>
            <a:r>
              <a:rPr lang="en-CA" sz="2400" dirty="0"/>
              <a:t>Ambiguous nucleotides (N-content)</a:t>
            </a:r>
          </a:p>
          <a:p>
            <a:endParaRPr lang="en-CA" sz="1600" dirty="0"/>
          </a:p>
        </p:txBody>
      </p:sp>
    </p:spTree>
    <p:extLst>
      <p:ext uri="{BB962C8B-B14F-4D97-AF65-F5344CB8AC3E}">
        <p14:creationId xmlns:p14="http://schemas.microsoft.com/office/powerpoint/2010/main" val="3751320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2E17E911-875F-4DE5-8699-99D9F1805A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Freeform: Shape 32">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5" name="Rectangle 34">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B33B96F-DB4A-D050-047A-167544AC1855}"/>
              </a:ext>
            </a:extLst>
          </p:cNvPr>
          <p:cNvSpPr>
            <a:spLocks noGrp="1"/>
          </p:cNvSpPr>
          <p:nvPr>
            <p:ph type="title"/>
          </p:nvPr>
        </p:nvSpPr>
        <p:spPr>
          <a:xfrm>
            <a:off x="466722" y="586855"/>
            <a:ext cx="3201366" cy="3387497"/>
          </a:xfrm>
        </p:spPr>
        <p:txBody>
          <a:bodyPr anchor="b">
            <a:normAutofit/>
          </a:bodyPr>
          <a:lstStyle/>
          <a:p>
            <a:pPr algn="r"/>
            <a:r>
              <a:rPr lang="en-CA" sz="4000" b="1" dirty="0">
                <a:solidFill>
                  <a:srgbClr val="FFFFFF"/>
                </a:solidFill>
              </a:rPr>
              <a:t>Project Workflow: Methods</a:t>
            </a:r>
          </a:p>
        </p:txBody>
      </p:sp>
      <p:sp>
        <p:nvSpPr>
          <p:cNvPr id="3" name="Content Placeholder 2">
            <a:extLst>
              <a:ext uri="{FF2B5EF4-FFF2-40B4-BE49-F238E27FC236}">
                <a16:creationId xmlns:a16="http://schemas.microsoft.com/office/drawing/2014/main" id="{61CC9E10-D41C-431B-94EC-833A22AE8DBE}"/>
              </a:ext>
            </a:extLst>
          </p:cNvPr>
          <p:cNvSpPr>
            <a:spLocks noGrp="1"/>
          </p:cNvSpPr>
          <p:nvPr>
            <p:ph idx="1"/>
          </p:nvPr>
        </p:nvSpPr>
        <p:spPr>
          <a:xfrm>
            <a:off x="4291263" y="304800"/>
            <a:ext cx="3681378" cy="6456947"/>
          </a:xfrm>
        </p:spPr>
        <p:txBody>
          <a:bodyPr anchor="ctr">
            <a:normAutofit/>
          </a:bodyPr>
          <a:lstStyle/>
          <a:p>
            <a:pPr fontAlgn="base"/>
            <a:r>
              <a:rPr lang="en-CA" sz="1800" b="1" dirty="0"/>
              <a:t>Download sequences</a:t>
            </a:r>
            <a:r>
              <a:rPr lang="en-CA" sz="1800" dirty="0"/>
              <a:t> (BOLD + NCBI)</a:t>
            </a:r>
          </a:p>
          <a:p>
            <a:pPr fontAlgn="base"/>
            <a:r>
              <a:rPr lang="en-CA" sz="1800" b="1" dirty="0"/>
              <a:t>Combine &amp; clean data</a:t>
            </a:r>
          </a:p>
          <a:p>
            <a:pPr marL="0" indent="0" fontAlgn="base">
              <a:buNone/>
            </a:pPr>
            <a:r>
              <a:rPr lang="en-CA" sz="1800" dirty="0"/>
              <a:t>Remove short sequences &lt; 400 bp</a:t>
            </a:r>
          </a:p>
          <a:p>
            <a:pPr marL="0" indent="0" fontAlgn="base">
              <a:buNone/>
            </a:pPr>
            <a:r>
              <a:rPr lang="en-CA" sz="1800" dirty="0"/>
              <a:t>Remove &gt;3% N content</a:t>
            </a:r>
          </a:p>
          <a:p>
            <a:pPr marL="0" indent="0" fontAlgn="base">
              <a:buNone/>
            </a:pPr>
            <a:r>
              <a:rPr lang="en-CA" sz="1800" dirty="0"/>
              <a:t>Keep species with ≥200 sequences</a:t>
            </a:r>
          </a:p>
          <a:p>
            <a:pPr fontAlgn="base"/>
            <a:r>
              <a:rPr lang="en-CA" sz="1800" b="1" dirty="0"/>
              <a:t>Compute metrics:</a:t>
            </a:r>
            <a:r>
              <a:rPr lang="en-CA" sz="1800" dirty="0"/>
              <a:t> GC, N%, length</a:t>
            </a:r>
          </a:p>
          <a:p>
            <a:pPr fontAlgn="base"/>
            <a:r>
              <a:rPr lang="en-CA" sz="1800" b="1" dirty="0"/>
              <a:t>Encode ITS using k-mers (k=3)</a:t>
            </a:r>
            <a:endParaRPr lang="en-CA" sz="1800" dirty="0"/>
          </a:p>
          <a:p>
            <a:pPr fontAlgn="base"/>
            <a:r>
              <a:rPr lang="en-CA" sz="1800" b="1" dirty="0"/>
              <a:t>PCA</a:t>
            </a:r>
            <a:endParaRPr lang="en-CA" sz="1800" dirty="0"/>
          </a:p>
          <a:p>
            <a:pPr fontAlgn="base"/>
            <a:r>
              <a:rPr lang="en-CA" sz="1800" b="1" dirty="0"/>
              <a:t>Train ML models:</a:t>
            </a:r>
            <a:endParaRPr lang="en-CA" sz="1800" dirty="0"/>
          </a:p>
          <a:p>
            <a:pPr lvl="1" fontAlgn="base"/>
            <a:r>
              <a:rPr lang="en-CA" sz="1800" dirty="0"/>
              <a:t>Random Forest</a:t>
            </a:r>
          </a:p>
          <a:p>
            <a:pPr lvl="1" fontAlgn="base"/>
            <a:r>
              <a:rPr lang="en-CA" sz="1800" dirty="0"/>
              <a:t>SVM (RBF)</a:t>
            </a:r>
          </a:p>
          <a:p>
            <a:pPr lvl="1" fontAlgn="base"/>
            <a:r>
              <a:rPr lang="en-CA" sz="1800" dirty="0"/>
              <a:t>XGBoost</a:t>
            </a:r>
          </a:p>
          <a:p>
            <a:pPr fontAlgn="base"/>
            <a:r>
              <a:rPr lang="en-CA" sz="1800" b="1" dirty="0"/>
              <a:t>Evaluate performance</a:t>
            </a:r>
            <a:endParaRPr lang="en-CA" sz="1800" dirty="0"/>
          </a:p>
          <a:p>
            <a:r>
              <a:rPr lang="en-CA" sz="1800" b="1" dirty="0"/>
              <a:t>Interpret results</a:t>
            </a:r>
            <a:br>
              <a:rPr lang="en-CA" sz="1800" b="1" dirty="0"/>
            </a:br>
            <a:endParaRPr lang="en-CA" sz="1800" dirty="0"/>
          </a:p>
        </p:txBody>
      </p:sp>
      <p:pic>
        <p:nvPicPr>
          <p:cNvPr id="7" name="Picture 6" descr="A screenshot of a computer program&#10;&#10;AI-generated content may be incorrect.">
            <a:extLst>
              <a:ext uri="{FF2B5EF4-FFF2-40B4-BE49-F238E27FC236}">
                <a16:creationId xmlns:a16="http://schemas.microsoft.com/office/drawing/2014/main" id="{D607D68D-4B21-7FDA-BF5C-DE153B955DBC}"/>
              </a:ext>
            </a:extLst>
          </p:cNvPr>
          <p:cNvPicPr>
            <a:picLocks noChangeAspect="1"/>
          </p:cNvPicPr>
          <p:nvPr/>
        </p:nvPicPr>
        <p:blipFill>
          <a:blip r:embed="rId2"/>
          <a:srcRect r="43894"/>
          <a:stretch>
            <a:fillRect/>
          </a:stretch>
        </p:blipFill>
        <p:spPr>
          <a:xfrm>
            <a:off x="8109502" y="10"/>
            <a:ext cx="4082498" cy="6857990"/>
          </a:xfrm>
          <a:prstGeom prst="rect">
            <a:avLst/>
          </a:prstGeom>
        </p:spPr>
      </p:pic>
    </p:spTree>
    <p:extLst>
      <p:ext uri="{BB962C8B-B14F-4D97-AF65-F5344CB8AC3E}">
        <p14:creationId xmlns:p14="http://schemas.microsoft.com/office/powerpoint/2010/main" val="3479211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B86C4-1502-5B98-001C-DEDF9DF12E8E}"/>
              </a:ext>
            </a:extLst>
          </p:cNvPr>
          <p:cNvSpPr>
            <a:spLocks noGrp="1"/>
          </p:cNvSpPr>
          <p:nvPr>
            <p:ph type="title"/>
          </p:nvPr>
        </p:nvSpPr>
        <p:spPr/>
        <p:txBody>
          <a:bodyPr>
            <a:normAutofit fontScale="90000"/>
          </a:bodyPr>
          <a:lstStyle/>
          <a:p>
            <a:pPr algn="ctr"/>
            <a:r>
              <a:rPr lang="en-CA" sz="4000" b="1" dirty="0"/>
              <a:t>Figure 1: </a:t>
            </a:r>
            <a:r>
              <a:rPr lang="en-US" sz="4000" b="1" dirty="0"/>
              <a:t>Cleaned ITS sequences show broad but comparable length distributions</a:t>
            </a:r>
            <a:br>
              <a:rPr lang="en-CA" b="1" dirty="0"/>
            </a:br>
            <a:endParaRPr lang="en-CA" dirty="0"/>
          </a:p>
        </p:txBody>
      </p:sp>
      <p:pic>
        <p:nvPicPr>
          <p:cNvPr id="5" name="Content Placeholder 4">
            <a:extLst>
              <a:ext uri="{FF2B5EF4-FFF2-40B4-BE49-F238E27FC236}">
                <a16:creationId xmlns:a16="http://schemas.microsoft.com/office/drawing/2014/main" id="{260699FF-FE91-1FDC-F245-A8DAA4DB3ECF}"/>
              </a:ext>
            </a:extLst>
          </p:cNvPr>
          <p:cNvPicPr>
            <a:picLocks noGrp="1" noChangeAspect="1"/>
          </p:cNvPicPr>
          <p:nvPr>
            <p:ph sz="half" idx="1"/>
          </p:nvPr>
        </p:nvPicPr>
        <p:blipFill>
          <a:blip r:embed="rId2"/>
          <a:stretch>
            <a:fillRect/>
          </a:stretch>
        </p:blipFill>
        <p:spPr>
          <a:xfrm>
            <a:off x="-53518" y="1825625"/>
            <a:ext cx="6965038" cy="4351338"/>
          </a:xfrm>
          <a:prstGeom prst="rect">
            <a:avLst/>
          </a:prstGeom>
        </p:spPr>
      </p:pic>
      <p:sp>
        <p:nvSpPr>
          <p:cNvPr id="6" name="Content Placeholder 5">
            <a:extLst>
              <a:ext uri="{FF2B5EF4-FFF2-40B4-BE49-F238E27FC236}">
                <a16:creationId xmlns:a16="http://schemas.microsoft.com/office/drawing/2014/main" id="{3F45AC71-C031-3F75-D858-C05790C22B74}"/>
              </a:ext>
            </a:extLst>
          </p:cNvPr>
          <p:cNvSpPr>
            <a:spLocks noGrp="1"/>
          </p:cNvSpPr>
          <p:nvPr>
            <p:ph sz="half" idx="2"/>
          </p:nvPr>
        </p:nvSpPr>
        <p:spPr>
          <a:xfrm>
            <a:off x="6096000" y="1403683"/>
            <a:ext cx="5959641" cy="5662863"/>
          </a:xfrm>
        </p:spPr>
        <p:txBody>
          <a:bodyPr>
            <a:normAutofit fontScale="25000" lnSpcReduction="20000"/>
          </a:bodyPr>
          <a:lstStyle/>
          <a:p>
            <a:r>
              <a:rPr lang="en-US" sz="7200" dirty="0"/>
              <a:t>Histogram displays the lengths of all ITS sequences after the cleaning step (Length ≥ 400 bp) and compares two data sources: BOLD (orange) and NCBI (teal)</a:t>
            </a:r>
          </a:p>
          <a:p>
            <a:pPr marL="0" indent="0">
              <a:buNone/>
            </a:pPr>
            <a:endParaRPr lang="en-US" sz="7200" dirty="0"/>
          </a:p>
          <a:p>
            <a:r>
              <a:rPr lang="en-US" sz="7200" dirty="0"/>
              <a:t>Histogram shows that almost all ITS sequences fall within the expected 450–650 bp range, confirming that the cleaned dataset contains biologically realistic ITS fragments.</a:t>
            </a:r>
          </a:p>
          <a:p>
            <a:pPr marL="0" indent="0">
              <a:buNone/>
            </a:pPr>
            <a:endParaRPr lang="en-US" sz="7200" dirty="0"/>
          </a:p>
          <a:p>
            <a:r>
              <a:rPr lang="en-US" sz="7200" dirty="0"/>
              <a:t> NCBI contributes most sequences, while BOLD provides a very small proportion. </a:t>
            </a:r>
          </a:p>
          <a:p>
            <a:pPr marL="0" indent="0">
              <a:buNone/>
            </a:pPr>
            <a:endParaRPr lang="en-US" sz="7200" dirty="0"/>
          </a:p>
          <a:p>
            <a:r>
              <a:rPr lang="en-US" sz="7200" dirty="0"/>
              <a:t>Both sources share nearly identical length distributions, indicating no length-based bias between databases. </a:t>
            </a:r>
          </a:p>
          <a:p>
            <a:pPr marL="0" indent="0">
              <a:buNone/>
            </a:pPr>
            <a:endParaRPr lang="en-US" sz="7200" dirty="0"/>
          </a:p>
          <a:p>
            <a:r>
              <a:rPr lang="en-US" sz="7200" dirty="0"/>
              <a:t>This supports </a:t>
            </a:r>
            <a:r>
              <a:rPr lang="en-US" sz="7200" b="1" dirty="0"/>
              <a:t>H3</a:t>
            </a:r>
            <a:r>
              <a:rPr lang="en-US" sz="7200" dirty="0"/>
              <a:t>: data cleaning improves consistency.</a:t>
            </a:r>
          </a:p>
          <a:p>
            <a:pPr marL="0" indent="0">
              <a:buNone/>
            </a:pPr>
            <a:endParaRPr lang="en-US" sz="7200" dirty="0"/>
          </a:p>
          <a:p>
            <a:r>
              <a:rPr lang="en-US" sz="7200" dirty="0"/>
              <a:t>Only a small number of long sequences (&gt;800 bp) are present, likely reflecting ITS regions with flanking rRNA segments. </a:t>
            </a:r>
          </a:p>
          <a:p>
            <a:pPr marL="0" indent="0">
              <a:buNone/>
            </a:pPr>
            <a:br>
              <a:rPr lang="en-US" dirty="0"/>
            </a:br>
            <a:endParaRPr lang="en-US" dirty="0"/>
          </a:p>
          <a:p>
            <a:pPr marL="0" indent="0">
              <a:buNone/>
            </a:pPr>
            <a:br>
              <a:rPr lang="en-US" dirty="0"/>
            </a:br>
            <a:br>
              <a:rPr lang="en-US" dirty="0"/>
            </a:br>
            <a:endParaRPr lang="en-CA" dirty="0"/>
          </a:p>
        </p:txBody>
      </p:sp>
    </p:spTree>
    <p:extLst>
      <p:ext uri="{BB962C8B-B14F-4D97-AF65-F5344CB8AC3E}">
        <p14:creationId xmlns:p14="http://schemas.microsoft.com/office/powerpoint/2010/main" val="1731264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A432D-DB28-8A65-CA3F-5121FEC5244E}"/>
              </a:ext>
            </a:extLst>
          </p:cNvPr>
          <p:cNvSpPr>
            <a:spLocks noGrp="1"/>
          </p:cNvSpPr>
          <p:nvPr>
            <p:ph type="title"/>
          </p:nvPr>
        </p:nvSpPr>
        <p:spPr/>
        <p:txBody>
          <a:bodyPr>
            <a:normAutofit/>
          </a:bodyPr>
          <a:lstStyle/>
          <a:p>
            <a:pPr algn="ctr"/>
            <a:r>
              <a:rPr lang="fr-FR" sz="3600" b="1" dirty="0"/>
              <a:t>Figure 2: Variation of </a:t>
            </a:r>
            <a:r>
              <a:rPr lang="en-US" sz="3600" b="1" dirty="0"/>
              <a:t>GC content between databases could indicate technical biases</a:t>
            </a:r>
            <a:endParaRPr lang="en-CA" sz="3600" b="1" dirty="0"/>
          </a:p>
        </p:txBody>
      </p:sp>
      <p:pic>
        <p:nvPicPr>
          <p:cNvPr id="5" name="Content Placeholder 4">
            <a:extLst>
              <a:ext uri="{FF2B5EF4-FFF2-40B4-BE49-F238E27FC236}">
                <a16:creationId xmlns:a16="http://schemas.microsoft.com/office/drawing/2014/main" id="{227AB230-BDBE-B885-9FF2-D28649F383F1}"/>
              </a:ext>
            </a:extLst>
          </p:cNvPr>
          <p:cNvPicPr>
            <a:picLocks noGrp="1" noChangeAspect="1"/>
          </p:cNvPicPr>
          <p:nvPr>
            <p:ph sz="half" idx="1"/>
          </p:nvPr>
        </p:nvPicPr>
        <p:blipFill>
          <a:blip r:embed="rId2"/>
          <a:stretch>
            <a:fillRect/>
          </a:stretch>
        </p:blipFill>
        <p:spPr>
          <a:xfrm>
            <a:off x="298382" y="2005263"/>
            <a:ext cx="6265034" cy="3994484"/>
          </a:xfrm>
          <a:prstGeom prst="rect">
            <a:avLst/>
          </a:prstGeom>
        </p:spPr>
      </p:pic>
      <p:sp>
        <p:nvSpPr>
          <p:cNvPr id="6" name="Content Placeholder 5">
            <a:extLst>
              <a:ext uri="{FF2B5EF4-FFF2-40B4-BE49-F238E27FC236}">
                <a16:creationId xmlns:a16="http://schemas.microsoft.com/office/drawing/2014/main" id="{88B99BAB-332C-22CF-F538-0357132BF017}"/>
              </a:ext>
            </a:extLst>
          </p:cNvPr>
          <p:cNvSpPr>
            <a:spLocks noGrp="1"/>
          </p:cNvSpPr>
          <p:nvPr>
            <p:ph sz="half" idx="2"/>
          </p:nvPr>
        </p:nvSpPr>
        <p:spPr>
          <a:xfrm>
            <a:off x="6244390" y="2141537"/>
            <a:ext cx="5181600" cy="4351338"/>
          </a:xfrm>
        </p:spPr>
        <p:txBody>
          <a:bodyPr>
            <a:normAutofit lnSpcReduction="10000"/>
          </a:bodyPr>
          <a:lstStyle/>
          <a:p>
            <a:r>
              <a:rPr lang="en-US" sz="2400" dirty="0"/>
              <a:t>Interpretation for H3: If one source (e.g., BOLD) has a wider GC spread or more outliers, that could degrade ML performance.</a:t>
            </a:r>
          </a:p>
          <a:p>
            <a:pPr marL="0" indent="0">
              <a:buNone/>
            </a:pPr>
            <a:endParaRPr lang="en-US" sz="2400" dirty="0"/>
          </a:p>
          <a:p>
            <a:r>
              <a:rPr lang="en-US" sz="2400" dirty="0"/>
              <a:t>Small shoulder or low-GC peak might suggest possible contaminants or misidentified sequences.</a:t>
            </a:r>
          </a:p>
          <a:p>
            <a:pPr marL="0" indent="0">
              <a:buNone/>
            </a:pPr>
            <a:endParaRPr lang="en-US" sz="2400" dirty="0"/>
          </a:p>
          <a:p>
            <a:r>
              <a:rPr lang="en-US" sz="2400" dirty="0"/>
              <a:t>Both sources peak around 0.58–0.6 GC, showing consistent biology.</a:t>
            </a:r>
          </a:p>
          <a:p>
            <a:endParaRPr lang="en-US" dirty="0"/>
          </a:p>
          <a:p>
            <a:pPr marL="0" indent="0">
              <a:buNone/>
            </a:pPr>
            <a:endParaRPr lang="en-CA" dirty="0"/>
          </a:p>
        </p:txBody>
      </p:sp>
    </p:spTree>
    <p:extLst>
      <p:ext uri="{BB962C8B-B14F-4D97-AF65-F5344CB8AC3E}">
        <p14:creationId xmlns:p14="http://schemas.microsoft.com/office/powerpoint/2010/main" val="3825748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BAB86-6DC3-4010-2D4D-F4B3E2C961F3}"/>
              </a:ext>
            </a:extLst>
          </p:cNvPr>
          <p:cNvSpPr>
            <a:spLocks noGrp="1"/>
          </p:cNvSpPr>
          <p:nvPr>
            <p:ph type="title"/>
          </p:nvPr>
        </p:nvSpPr>
        <p:spPr/>
        <p:txBody>
          <a:bodyPr>
            <a:normAutofit/>
          </a:bodyPr>
          <a:lstStyle/>
          <a:p>
            <a:pPr algn="ctr"/>
            <a:r>
              <a:rPr lang="en-US" sz="3600" b="1" dirty="0"/>
              <a:t>Figure 3: Strong class imbalance in cleaned dataset (H4 confirmed)</a:t>
            </a:r>
            <a:endParaRPr lang="en-CA" sz="3600" b="1" dirty="0"/>
          </a:p>
        </p:txBody>
      </p:sp>
      <p:pic>
        <p:nvPicPr>
          <p:cNvPr id="5" name="Content Placeholder 4">
            <a:extLst>
              <a:ext uri="{FF2B5EF4-FFF2-40B4-BE49-F238E27FC236}">
                <a16:creationId xmlns:a16="http://schemas.microsoft.com/office/drawing/2014/main" id="{D327ADA5-2D3F-B105-D2CD-12433DA815CE}"/>
              </a:ext>
            </a:extLst>
          </p:cNvPr>
          <p:cNvPicPr>
            <a:picLocks noGrp="1" noChangeAspect="1"/>
          </p:cNvPicPr>
          <p:nvPr>
            <p:ph sz="half" idx="1"/>
          </p:nvPr>
        </p:nvPicPr>
        <p:blipFill>
          <a:blip r:embed="rId2"/>
          <a:stretch>
            <a:fillRect/>
          </a:stretch>
        </p:blipFill>
        <p:spPr>
          <a:xfrm>
            <a:off x="39670" y="1973180"/>
            <a:ext cx="5980130" cy="3898232"/>
          </a:xfrm>
          <a:prstGeom prst="rect">
            <a:avLst/>
          </a:prstGeom>
        </p:spPr>
      </p:pic>
      <p:sp>
        <p:nvSpPr>
          <p:cNvPr id="6" name="Content Placeholder 5">
            <a:extLst>
              <a:ext uri="{FF2B5EF4-FFF2-40B4-BE49-F238E27FC236}">
                <a16:creationId xmlns:a16="http://schemas.microsoft.com/office/drawing/2014/main" id="{6DCCF93B-FF1A-9849-8ABC-387E07D16512}"/>
              </a:ext>
            </a:extLst>
          </p:cNvPr>
          <p:cNvSpPr>
            <a:spLocks noGrp="1"/>
          </p:cNvSpPr>
          <p:nvPr>
            <p:ph sz="half" idx="2"/>
          </p:nvPr>
        </p:nvSpPr>
        <p:spPr>
          <a:xfrm>
            <a:off x="6276474" y="2141537"/>
            <a:ext cx="5181600" cy="4351338"/>
          </a:xfrm>
        </p:spPr>
        <p:txBody>
          <a:bodyPr/>
          <a:lstStyle/>
          <a:p>
            <a:pPr fontAlgn="base"/>
            <a:r>
              <a:rPr lang="en-US" sz="2400" dirty="0"/>
              <a:t>Species counts differ - may lead to Machine learning bias toward majority class.</a:t>
            </a:r>
          </a:p>
          <a:p>
            <a:pPr fontAlgn="base"/>
            <a:endParaRPr lang="en-US" sz="2400" dirty="0"/>
          </a:p>
          <a:p>
            <a:pPr fontAlgn="base"/>
            <a:r>
              <a:rPr lang="en-US" sz="2400" dirty="0"/>
              <a:t>Needs to be careful at interpreting accuracy.</a:t>
            </a:r>
          </a:p>
          <a:p>
            <a:pPr fontAlgn="base"/>
            <a:endParaRPr lang="en-US" sz="2400" dirty="0"/>
          </a:p>
          <a:p>
            <a:pPr fontAlgn="base"/>
            <a:r>
              <a:rPr lang="en-US" sz="2400" dirty="0"/>
              <a:t>Consider looking at kappa statistic.</a:t>
            </a:r>
          </a:p>
          <a:p>
            <a:endParaRPr lang="en-CA" dirty="0"/>
          </a:p>
        </p:txBody>
      </p:sp>
    </p:spTree>
    <p:extLst>
      <p:ext uri="{BB962C8B-B14F-4D97-AF65-F5344CB8AC3E}">
        <p14:creationId xmlns:p14="http://schemas.microsoft.com/office/powerpoint/2010/main" val="3889226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33CF6-6682-F349-72ED-3376EFE0753C}"/>
              </a:ext>
            </a:extLst>
          </p:cNvPr>
          <p:cNvSpPr>
            <a:spLocks noGrp="1"/>
          </p:cNvSpPr>
          <p:nvPr>
            <p:ph type="title"/>
          </p:nvPr>
        </p:nvSpPr>
        <p:spPr>
          <a:xfrm>
            <a:off x="1110915" y="677946"/>
            <a:ext cx="10515600" cy="1325563"/>
          </a:xfrm>
        </p:spPr>
        <p:txBody>
          <a:bodyPr>
            <a:normAutofit fontScale="90000"/>
          </a:bodyPr>
          <a:lstStyle/>
          <a:p>
            <a:r>
              <a:rPr lang="en-CA" sz="4000" b="1" dirty="0"/>
              <a:t>Figure 4: </a:t>
            </a:r>
            <a:r>
              <a:rPr lang="en-US" sz="4000" b="1" dirty="0"/>
              <a:t>PCA – 3 mers shows partial clustering but overlapping profiles among species (H1 + H2).</a:t>
            </a:r>
            <a:br>
              <a:rPr lang="en-US" dirty="0"/>
            </a:br>
            <a:br>
              <a:rPr lang="en-US" dirty="0"/>
            </a:br>
            <a:endParaRPr lang="en-CA" dirty="0"/>
          </a:p>
        </p:txBody>
      </p:sp>
      <p:pic>
        <p:nvPicPr>
          <p:cNvPr id="5" name="Content Placeholder 4">
            <a:extLst>
              <a:ext uri="{FF2B5EF4-FFF2-40B4-BE49-F238E27FC236}">
                <a16:creationId xmlns:a16="http://schemas.microsoft.com/office/drawing/2014/main" id="{1697E541-CE1D-A44E-3BF5-986CD3602455}"/>
              </a:ext>
            </a:extLst>
          </p:cNvPr>
          <p:cNvPicPr>
            <a:picLocks noGrp="1" noChangeAspect="1"/>
          </p:cNvPicPr>
          <p:nvPr>
            <p:ph sz="half" idx="1"/>
          </p:nvPr>
        </p:nvPicPr>
        <p:blipFill>
          <a:blip r:embed="rId2"/>
          <a:stretch>
            <a:fillRect/>
          </a:stretch>
        </p:blipFill>
        <p:spPr>
          <a:xfrm>
            <a:off x="-58176" y="1938393"/>
            <a:ext cx="6964301" cy="4342092"/>
          </a:xfrm>
          <a:prstGeom prst="rect">
            <a:avLst/>
          </a:prstGeom>
        </p:spPr>
      </p:pic>
      <p:sp>
        <p:nvSpPr>
          <p:cNvPr id="6" name="Content Placeholder 5">
            <a:extLst>
              <a:ext uri="{FF2B5EF4-FFF2-40B4-BE49-F238E27FC236}">
                <a16:creationId xmlns:a16="http://schemas.microsoft.com/office/drawing/2014/main" id="{A19C0C0B-7A0C-E51B-4000-68460456ADD5}"/>
              </a:ext>
            </a:extLst>
          </p:cNvPr>
          <p:cNvSpPr>
            <a:spLocks noGrp="1"/>
          </p:cNvSpPr>
          <p:nvPr>
            <p:ph sz="half" idx="2"/>
          </p:nvPr>
        </p:nvSpPr>
        <p:spPr>
          <a:xfrm>
            <a:off x="5702970" y="1491917"/>
            <a:ext cx="6400799" cy="5293894"/>
          </a:xfrm>
        </p:spPr>
        <p:txBody>
          <a:bodyPr>
            <a:normAutofit fontScale="77500" lnSpcReduction="20000"/>
          </a:bodyPr>
          <a:lstStyle/>
          <a:p>
            <a:pPr marL="0" indent="0">
              <a:buNone/>
            </a:pPr>
            <a:endParaRPr lang="en-US" sz="2400" dirty="0"/>
          </a:p>
          <a:p>
            <a:pPr marL="0" indent="0" algn="ctr">
              <a:buNone/>
            </a:pPr>
            <a:r>
              <a:rPr lang="en-US" sz="2400" b="1" dirty="0"/>
              <a:t>Separation of Species</a:t>
            </a:r>
            <a:endParaRPr lang="en-US" sz="2400" dirty="0"/>
          </a:p>
          <a:p>
            <a:pPr lvl="1"/>
            <a:r>
              <a:rPr lang="en-US" i="1" dirty="0"/>
              <a:t>A. flavus</a:t>
            </a:r>
            <a:r>
              <a:rPr lang="en-US" dirty="0"/>
              <a:t> (red) forms a somewhat distinct cluster on the left side, showing some separation along PC1.</a:t>
            </a:r>
          </a:p>
          <a:p>
            <a:pPr lvl="1"/>
            <a:endParaRPr lang="en-US" dirty="0"/>
          </a:p>
          <a:p>
            <a:pPr lvl="1"/>
            <a:r>
              <a:rPr lang="en-US" i="1" dirty="0"/>
              <a:t>A. fumigatus</a:t>
            </a:r>
            <a:r>
              <a:rPr lang="en-US" dirty="0"/>
              <a:t> (green) and </a:t>
            </a:r>
            <a:r>
              <a:rPr lang="en-US" i="1" dirty="0"/>
              <a:t>A. niger</a:t>
            </a:r>
            <a:r>
              <a:rPr lang="en-US" dirty="0"/>
              <a:t> (blue) overlap substantially, especially in the left central area.</a:t>
            </a:r>
          </a:p>
          <a:p>
            <a:pPr lvl="1"/>
            <a:endParaRPr lang="en-US" dirty="0"/>
          </a:p>
          <a:p>
            <a:pPr lvl="1"/>
            <a:r>
              <a:rPr lang="en-US" dirty="0"/>
              <a:t>Overlap between </a:t>
            </a:r>
            <a:r>
              <a:rPr lang="en-US" i="1" dirty="0"/>
              <a:t>A. fumigatus</a:t>
            </a:r>
            <a:r>
              <a:rPr lang="en-US" dirty="0"/>
              <a:t> and </a:t>
            </a:r>
            <a:r>
              <a:rPr lang="en-US" i="1" dirty="0"/>
              <a:t>A. niger</a:t>
            </a:r>
            <a:r>
              <a:rPr lang="en-US" dirty="0"/>
              <a:t> indicates that these two species share similar 3-mer profiles, at least along the first two principal components.</a:t>
            </a:r>
          </a:p>
          <a:p>
            <a:pPr marL="457200" lvl="1" indent="0">
              <a:buNone/>
            </a:pPr>
            <a:endParaRPr lang="en-US" dirty="0"/>
          </a:p>
          <a:p>
            <a:pPr marL="0" indent="0" algn="ctr">
              <a:buNone/>
            </a:pPr>
            <a:r>
              <a:rPr lang="en-US" sz="2400" b="1" dirty="0"/>
              <a:t>Cluster Tightness</a:t>
            </a:r>
            <a:endParaRPr lang="en-US" sz="2400" dirty="0"/>
          </a:p>
          <a:p>
            <a:pPr lvl="1"/>
            <a:r>
              <a:rPr lang="en-US" dirty="0"/>
              <a:t>The </a:t>
            </a:r>
            <a:r>
              <a:rPr lang="en-US" i="1" dirty="0"/>
              <a:t>A. flavus</a:t>
            </a:r>
            <a:r>
              <a:rPr lang="en-US" dirty="0"/>
              <a:t> cluster looks tighter and more compact, indicating more consistent k-mer profiles across sequences.</a:t>
            </a:r>
          </a:p>
          <a:p>
            <a:pPr lvl="1"/>
            <a:endParaRPr lang="en-US" dirty="0"/>
          </a:p>
          <a:p>
            <a:pPr lvl="1"/>
            <a:r>
              <a:rPr lang="en-US" i="1" dirty="0"/>
              <a:t>A. fumigatus</a:t>
            </a:r>
            <a:r>
              <a:rPr lang="en-US" dirty="0"/>
              <a:t> and </a:t>
            </a:r>
            <a:r>
              <a:rPr lang="en-US" i="1" dirty="0"/>
              <a:t>A. niger</a:t>
            </a:r>
            <a:r>
              <a:rPr lang="en-US" dirty="0"/>
              <a:t> clusters are more dispersed and overlap, indicating more variation within these groups and less clear distinction between them.</a:t>
            </a:r>
          </a:p>
          <a:p>
            <a:endParaRPr lang="en-CA" dirty="0"/>
          </a:p>
        </p:txBody>
      </p:sp>
    </p:spTree>
    <p:extLst>
      <p:ext uri="{BB962C8B-B14F-4D97-AF65-F5344CB8AC3E}">
        <p14:creationId xmlns:p14="http://schemas.microsoft.com/office/powerpoint/2010/main" val="178866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105F6-825C-EE1F-4F97-B5BA98364B00}"/>
              </a:ext>
            </a:extLst>
          </p:cNvPr>
          <p:cNvSpPr>
            <a:spLocks noGrp="1"/>
          </p:cNvSpPr>
          <p:nvPr>
            <p:ph type="title"/>
          </p:nvPr>
        </p:nvSpPr>
        <p:spPr>
          <a:xfrm>
            <a:off x="762000" y="439069"/>
            <a:ext cx="10515600" cy="1325563"/>
          </a:xfrm>
        </p:spPr>
        <p:txBody>
          <a:bodyPr>
            <a:normAutofit fontScale="90000"/>
          </a:bodyPr>
          <a:lstStyle/>
          <a:p>
            <a:pPr algn="ctr"/>
            <a:r>
              <a:rPr lang="en-CA" sz="4000" b="1" dirty="0"/>
              <a:t>Figure 5: </a:t>
            </a:r>
            <a:r>
              <a:rPr lang="en-US" sz="4000" b="1" dirty="0"/>
              <a:t>Top 20 Most Important 3-mers for Aspergillus Species Classification (Random Forest Mean Decrease Gini)</a:t>
            </a:r>
            <a:br>
              <a:rPr lang="en-CA" b="1" dirty="0"/>
            </a:br>
            <a:endParaRPr lang="en-CA" dirty="0"/>
          </a:p>
        </p:txBody>
      </p:sp>
      <p:pic>
        <p:nvPicPr>
          <p:cNvPr id="5" name="Content Placeholder 4">
            <a:extLst>
              <a:ext uri="{FF2B5EF4-FFF2-40B4-BE49-F238E27FC236}">
                <a16:creationId xmlns:a16="http://schemas.microsoft.com/office/drawing/2014/main" id="{70F25DD3-B52E-AA3E-3029-A1171E2DE280}"/>
              </a:ext>
            </a:extLst>
          </p:cNvPr>
          <p:cNvPicPr>
            <a:picLocks noGrp="1" noChangeAspect="1"/>
          </p:cNvPicPr>
          <p:nvPr>
            <p:ph sz="half" idx="1"/>
          </p:nvPr>
        </p:nvPicPr>
        <p:blipFill>
          <a:blip r:embed="rId2"/>
          <a:stretch>
            <a:fillRect/>
          </a:stretch>
        </p:blipFill>
        <p:spPr>
          <a:xfrm>
            <a:off x="-76200" y="1764632"/>
            <a:ext cx="6096000" cy="4564731"/>
          </a:xfrm>
          <a:prstGeom prst="rect">
            <a:avLst/>
          </a:prstGeom>
        </p:spPr>
      </p:pic>
      <p:sp>
        <p:nvSpPr>
          <p:cNvPr id="6" name="Content Placeholder 5">
            <a:extLst>
              <a:ext uri="{FF2B5EF4-FFF2-40B4-BE49-F238E27FC236}">
                <a16:creationId xmlns:a16="http://schemas.microsoft.com/office/drawing/2014/main" id="{AA4D7CF8-3A4B-6721-1D5F-AB74BFEDCFE7}"/>
              </a:ext>
            </a:extLst>
          </p:cNvPr>
          <p:cNvSpPr>
            <a:spLocks noGrp="1"/>
          </p:cNvSpPr>
          <p:nvPr>
            <p:ph sz="half" idx="2"/>
          </p:nvPr>
        </p:nvSpPr>
        <p:spPr>
          <a:xfrm>
            <a:off x="5719011" y="1917032"/>
            <a:ext cx="5634789" cy="4853489"/>
          </a:xfrm>
        </p:spPr>
        <p:txBody>
          <a:bodyPr>
            <a:normAutofit fontScale="77500" lnSpcReduction="20000"/>
          </a:bodyPr>
          <a:lstStyle/>
          <a:p>
            <a:r>
              <a:rPr lang="en-CA" dirty="0"/>
              <a:t>Rightmost dot (highest MeanDecreaseGini) corresponds to </a:t>
            </a:r>
            <a:r>
              <a:rPr lang="en-US" dirty="0"/>
              <a:t>most important 3-mer in classifying </a:t>
            </a:r>
            <a:r>
              <a:rPr lang="en-CA" dirty="0"/>
              <a:t>Aspergillus species.</a:t>
            </a:r>
          </a:p>
          <a:p>
            <a:endParaRPr lang="en-CA" dirty="0"/>
          </a:p>
          <a:p>
            <a:r>
              <a:rPr lang="en-US" dirty="0"/>
              <a:t>Rest of the points descend leftwards in importance.</a:t>
            </a:r>
          </a:p>
          <a:p>
            <a:endParaRPr lang="en-US" dirty="0"/>
          </a:p>
          <a:p>
            <a:r>
              <a:rPr lang="en-US" dirty="0"/>
              <a:t>Suggests that certain 3-mers are much more informative than others in separating your species</a:t>
            </a:r>
          </a:p>
          <a:p>
            <a:pPr marL="0" indent="0">
              <a:buNone/>
            </a:pPr>
            <a:endParaRPr lang="en-US" dirty="0"/>
          </a:p>
          <a:p>
            <a:r>
              <a:rPr lang="en-US" dirty="0"/>
              <a:t>Since the k-mers are derived from ITS sequences, the top k-mers likely capture key sequence variations that help differentiate between </a:t>
            </a:r>
            <a:r>
              <a:rPr lang="en-US" i="1" dirty="0"/>
              <a:t>A.</a:t>
            </a:r>
            <a:r>
              <a:rPr lang="en-US" dirty="0"/>
              <a:t> </a:t>
            </a:r>
            <a:r>
              <a:rPr lang="en-US" i="1" dirty="0"/>
              <a:t>fumigatus</a:t>
            </a:r>
            <a:r>
              <a:rPr lang="en-US" dirty="0"/>
              <a:t>, </a:t>
            </a:r>
            <a:r>
              <a:rPr lang="en-US" i="1" dirty="0"/>
              <a:t>A.</a:t>
            </a:r>
            <a:r>
              <a:rPr lang="en-US" dirty="0"/>
              <a:t> </a:t>
            </a:r>
            <a:r>
              <a:rPr lang="en-US" i="1" dirty="0"/>
              <a:t>niger</a:t>
            </a:r>
            <a:r>
              <a:rPr lang="en-US" dirty="0"/>
              <a:t>, and </a:t>
            </a:r>
            <a:r>
              <a:rPr lang="en-US" i="1" dirty="0"/>
              <a:t>A.</a:t>
            </a:r>
            <a:r>
              <a:rPr lang="en-US" dirty="0"/>
              <a:t> </a:t>
            </a:r>
            <a:r>
              <a:rPr lang="en-US" i="1" dirty="0"/>
              <a:t>flavus</a:t>
            </a:r>
            <a:r>
              <a:rPr lang="en-US" dirty="0"/>
              <a:t>.</a:t>
            </a:r>
            <a:endParaRPr lang="en-CA" dirty="0"/>
          </a:p>
          <a:p>
            <a:endParaRPr lang="en-CA" dirty="0"/>
          </a:p>
        </p:txBody>
      </p:sp>
    </p:spTree>
    <p:extLst>
      <p:ext uri="{BB962C8B-B14F-4D97-AF65-F5344CB8AC3E}">
        <p14:creationId xmlns:p14="http://schemas.microsoft.com/office/powerpoint/2010/main" val="3217606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6B862-7F27-D1FC-D2DB-909317313FFC}"/>
              </a:ext>
            </a:extLst>
          </p:cNvPr>
          <p:cNvSpPr>
            <a:spLocks noGrp="1"/>
          </p:cNvSpPr>
          <p:nvPr>
            <p:ph type="title"/>
          </p:nvPr>
        </p:nvSpPr>
        <p:spPr/>
        <p:txBody>
          <a:bodyPr/>
          <a:lstStyle/>
          <a:p>
            <a:pPr algn="ctr"/>
            <a:r>
              <a:rPr lang="en-CA" b="1" dirty="0"/>
              <a:t>Figure 6: Random Forest + SVM + XGBoost Performance Comparison</a:t>
            </a:r>
            <a:endParaRPr lang="en-CA" dirty="0"/>
          </a:p>
        </p:txBody>
      </p:sp>
      <p:pic>
        <p:nvPicPr>
          <p:cNvPr id="9" name="Content Placeholder 8">
            <a:extLst>
              <a:ext uri="{FF2B5EF4-FFF2-40B4-BE49-F238E27FC236}">
                <a16:creationId xmlns:a16="http://schemas.microsoft.com/office/drawing/2014/main" id="{7FBD3FC7-A99C-F27A-58B7-323550AC75A4}"/>
              </a:ext>
            </a:extLst>
          </p:cNvPr>
          <p:cNvPicPr>
            <a:picLocks noGrp="1" noChangeAspect="1"/>
          </p:cNvPicPr>
          <p:nvPr>
            <p:ph sz="half" idx="1"/>
          </p:nvPr>
        </p:nvPicPr>
        <p:blipFill>
          <a:blip r:embed="rId2"/>
          <a:stretch>
            <a:fillRect/>
          </a:stretch>
        </p:blipFill>
        <p:spPr>
          <a:xfrm>
            <a:off x="40722" y="1933073"/>
            <a:ext cx="5979078" cy="3938337"/>
          </a:xfrm>
          <a:prstGeom prst="rect">
            <a:avLst/>
          </a:prstGeom>
        </p:spPr>
      </p:pic>
      <p:sp>
        <p:nvSpPr>
          <p:cNvPr id="3" name="Content Placeholder 2">
            <a:extLst>
              <a:ext uri="{FF2B5EF4-FFF2-40B4-BE49-F238E27FC236}">
                <a16:creationId xmlns:a16="http://schemas.microsoft.com/office/drawing/2014/main" id="{7F039254-93A5-9461-A969-F6D9EDFCD209}"/>
              </a:ext>
            </a:extLst>
          </p:cNvPr>
          <p:cNvSpPr>
            <a:spLocks noGrp="1"/>
          </p:cNvSpPr>
          <p:nvPr>
            <p:ph sz="half" idx="2"/>
          </p:nvPr>
        </p:nvSpPr>
        <p:spPr>
          <a:xfrm>
            <a:off x="6372726" y="2614863"/>
            <a:ext cx="5181600" cy="2206542"/>
          </a:xfrm>
        </p:spPr>
        <p:txBody>
          <a:bodyPr/>
          <a:lstStyle/>
          <a:p>
            <a:r>
              <a:rPr lang="en-US" dirty="0"/>
              <a:t>SVM and Random Forest outperform SVM on overlapping ITS profiles.</a:t>
            </a:r>
          </a:p>
          <a:p>
            <a:pPr marL="0" indent="0">
              <a:buNone/>
            </a:pPr>
            <a:endParaRPr lang="en-US" dirty="0"/>
          </a:p>
          <a:p>
            <a:pPr marL="0" indent="0">
              <a:buNone/>
            </a:pPr>
            <a:endParaRPr lang="en-US" dirty="0"/>
          </a:p>
          <a:p>
            <a:pPr marL="0" indent="0">
              <a:buNone/>
            </a:pPr>
            <a:endParaRPr lang="en-US" dirty="0"/>
          </a:p>
          <a:p>
            <a:endParaRPr lang="en-CA" dirty="0"/>
          </a:p>
        </p:txBody>
      </p:sp>
      <p:pic>
        <p:nvPicPr>
          <p:cNvPr id="5" name="Content Placeholder 4">
            <a:extLst>
              <a:ext uri="{FF2B5EF4-FFF2-40B4-BE49-F238E27FC236}">
                <a16:creationId xmlns:a16="http://schemas.microsoft.com/office/drawing/2014/main" id="{91E3AF89-E4F5-C492-770B-C0ED81BF0BC3}"/>
              </a:ext>
            </a:extLst>
          </p:cNvPr>
          <p:cNvPicPr>
            <a:picLocks noChangeAspect="1"/>
          </p:cNvPicPr>
          <p:nvPr/>
        </p:nvPicPr>
        <p:blipFill>
          <a:blip r:embed="rId3"/>
          <a:stretch>
            <a:fillRect/>
          </a:stretch>
        </p:blipFill>
        <p:spPr>
          <a:xfrm>
            <a:off x="6372726" y="3902241"/>
            <a:ext cx="5432731" cy="1614297"/>
          </a:xfrm>
          <a:prstGeom prst="rect">
            <a:avLst/>
          </a:prstGeom>
        </p:spPr>
      </p:pic>
    </p:spTree>
    <p:extLst>
      <p:ext uri="{BB962C8B-B14F-4D97-AF65-F5344CB8AC3E}">
        <p14:creationId xmlns:p14="http://schemas.microsoft.com/office/powerpoint/2010/main" val="12462478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D42D611-41E6-9509-5E2A-A506F99DD07C}"/>
              </a:ext>
            </a:extLst>
          </p:cNvPr>
          <p:cNvSpPr>
            <a:spLocks noGrp="1"/>
          </p:cNvSpPr>
          <p:nvPr>
            <p:ph type="title"/>
          </p:nvPr>
        </p:nvSpPr>
        <p:spPr>
          <a:xfrm>
            <a:off x="530890" y="739954"/>
            <a:ext cx="3201366" cy="3387497"/>
          </a:xfrm>
        </p:spPr>
        <p:txBody>
          <a:bodyPr anchor="b">
            <a:normAutofit/>
          </a:bodyPr>
          <a:lstStyle/>
          <a:p>
            <a:pPr algn="r"/>
            <a:r>
              <a:rPr lang="en-CA" sz="4000" b="1" dirty="0">
                <a:solidFill>
                  <a:srgbClr val="FFFFFF"/>
                </a:solidFill>
              </a:rPr>
              <a:t>Results Summary</a:t>
            </a:r>
            <a:br>
              <a:rPr lang="en-US" sz="4000" b="1" dirty="0">
                <a:solidFill>
                  <a:srgbClr val="FFFFFF"/>
                </a:solidFill>
              </a:rPr>
            </a:br>
            <a:endParaRPr lang="en-CA" sz="4000" dirty="0">
              <a:solidFill>
                <a:srgbClr val="FFFFFF"/>
              </a:solidFill>
            </a:endParaRPr>
          </a:p>
        </p:txBody>
      </p:sp>
      <p:sp>
        <p:nvSpPr>
          <p:cNvPr id="3" name="Content Placeholder 2">
            <a:extLst>
              <a:ext uri="{FF2B5EF4-FFF2-40B4-BE49-F238E27FC236}">
                <a16:creationId xmlns:a16="http://schemas.microsoft.com/office/drawing/2014/main" id="{A9391F4E-D80B-139E-4CA2-B0ACFD479636}"/>
              </a:ext>
            </a:extLst>
          </p:cNvPr>
          <p:cNvSpPr>
            <a:spLocks noGrp="1"/>
          </p:cNvSpPr>
          <p:nvPr>
            <p:ph idx="1"/>
          </p:nvPr>
        </p:nvSpPr>
        <p:spPr>
          <a:xfrm>
            <a:off x="4367695" y="128337"/>
            <a:ext cx="7615758" cy="6633409"/>
          </a:xfrm>
        </p:spPr>
        <p:txBody>
          <a:bodyPr anchor="ctr">
            <a:normAutofit/>
          </a:bodyPr>
          <a:lstStyle/>
          <a:p>
            <a:pPr marL="0" indent="0">
              <a:buNone/>
            </a:pPr>
            <a:r>
              <a:rPr lang="en-CA" sz="1800" dirty="0"/>
              <a:t>Models performed extremely well, showing ITS 3-mer profiles contain enough discriminatory signal:</a:t>
            </a:r>
          </a:p>
          <a:p>
            <a:pPr marL="0" indent="0">
              <a:buNone/>
            </a:pPr>
            <a:r>
              <a:rPr lang="en-CA" sz="1800" b="1" dirty="0"/>
              <a:t>Random Forest</a:t>
            </a:r>
          </a:p>
          <a:p>
            <a:pPr marL="0" indent="0">
              <a:buNone/>
            </a:pPr>
            <a:r>
              <a:rPr lang="en-CA" sz="1800" dirty="0"/>
              <a:t>Very balanced sensitivity/specificity across species</a:t>
            </a:r>
          </a:p>
          <a:p>
            <a:pPr marL="0" indent="0">
              <a:buNone/>
            </a:pPr>
            <a:r>
              <a:rPr lang="en-CA" sz="1800" dirty="0"/>
              <a:t>Few misclassifications, mostly </a:t>
            </a:r>
            <a:r>
              <a:rPr lang="en-CA" sz="1800" i="1" dirty="0"/>
              <a:t>A. flavus ↔ A. niger</a:t>
            </a:r>
          </a:p>
          <a:p>
            <a:pPr marL="0" indent="0">
              <a:buNone/>
            </a:pPr>
            <a:endParaRPr lang="en-CA" sz="1800" dirty="0"/>
          </a:p>
          <a:p>
            <a:pPr marL="0" indent="0">
              <a:buNone/>
            </a:pPr>
            <a:r>
              <a:rPr lang="en-CA" sz="1800" b="1" dirty="0"/>
              <a:t>SVM (RBF kernel)</a:t>
            </a:r>
          </a:p>
          <a:p>
            <a:pPr marL="0" indent="0">
              <a:buNone/>
            </a:pPr>
            <a:r>
              <a:rPr lang="en-CA" sz="1800" dirty="0"/>
              <a:t>Slightly lower accuracy than RF but still excellent</a:t>
            </a:r>
          </a:p>
          <a:p>
            <a:pPr marL="0" indent="0">
              <a:buNone/>
            </a:pPr>
            <a:r>
              <a:rPr lang="en-CA" sz="1800" dirty="0"/>
              <a:t>Misclassification patterns like RF</a:t>
            </a:r>
          </a:p>
          <a:p>
            <a:pPr marL="0" indent="0">
              <a:buNone/>
            </a:pPr>
            <a:endParaRPr lang="en-CA" sz="1800" dirty="0"/>
          </a:p>
          <a:p>
            <a:pPr marL="0" indent="0">
              <a:buNone/>
            </a:pPr>
            <a:r>
              <a:rPr lang="en-CA" sz="1800" b="1" dirty="0"/>
              <a:t>XGBoost</a:t>
            </a:r>
          </a:p>
          <a:p>
            <a:pPr marL="0" indent="0">
              <a:buNone/>
            </a:pPr>
            <a:r>
              <a:rPr lang="en-CA" sz="1800" dirty="0"/>
              <a:t>Performance nearly identical to Random Forest</a:t>
            </a:r>
          </a:p>
          <a:p>
            <a:pPr marL="0" indent="0">
              <a:buNone/>
            </a:pPr>
            <a:r>
              <a:rPr lang="en-CA" sz="1800" dirty="0"/>
              <a:t>Most errors were </a:t>
            </a:r>
            <a:r>
              <a:rPr lang="en-CA" sz="1800" i="1" dirty="0"/>
              <a:t>A. flavus</a:t>
            </a:r>
            <a:r>
              <a:rPr lang="en-CA" sz="1800" dirty="0"/>
              <a:t> predicted as </a:t>
            </a:r>
            <a:r>
              <a:rPr lang="en-CA" sz="1800" i="1" dirty="0"/>
              <a:t>A. niger</a:t>
            </a:r>
          </a:p>
          <a:p>
            <a:pPr marL="0" indent="0">
              <a:buNone/>
            </a:pPr>
            <a:endParaRPr lang="en-CA" sz="1800" dirty="0"/>
          </a:p>
          <a:p>
            <a:pPr marL="0" indent="0">
              <a:buNone/>
            </a:pPr>
            <a:r>
              <a:rPr lang="en-CA" sz="1800" b="1" dirty="0"/>
              <a:t>Interpretation</a:t>
            </a:r>
          </a:p>
          <a:p>
            <a:pPr marL="0" indent="0">
              <a:buNone/>
            </a:pPr>
            <a:r>
              <a:rPr lang="en-CA" sz="1800" dirty="0"/>
              <a:t>All ML models consistently achieve 97–98% accuracy, strongly supporting H1 (ITS k-mers are sufficient for species-level classification)</a:t>
            </a:r>
          </a:p>
          <a:p>
            <a:pPr marL="0" indent="0">
              <a:buNone/>
            </a:pPr>
            <a:r>
              <a:rPr lang="en-CA" sz="1800" dirty="0"/>
              <a:t>Slight overlap and misclassification patterns align with H2</a:t>
            </a:r>
          </a:p>
          <a:p>
            <a:endParaRPr lang="en-CA" sz="1400" dirty="0"/>
          </a:p>
        </p:txBody>
      </p:sp>
    </p:spTree>
    <p:extLst>
      <p:ext uri="{BB962C8B-B14F-4D97-AF65-F5344CB8AC3E}">
        <p14:creationId xmlns:p14="http://schemas.microsoft.com/office/powerpoint/2010/main" val="2218088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776BC40-9E8E-F3C1-639B-788F88717392}"/>
              </a:ext>
            </a:extLst>
          </p:cNvPr>
          <p:cNvSpPr>
            <a:spLocks noGrp="1"/>
          </p:cNvSpPr>
          <p:nvPr>
            <p:ph type="title"/>
          </p:nvPr>
        </p:nvSpPr>
        <p:spPr>
          <a:xfrm>
            <a:off x="418225" y="1645634"/>
            <a:ext cx="3201366" cy="3387497"/>
          </a:xfrm>
        </p:spPr>
        <p:txBody>
          <a:bodyPr anchor="b">
            <a:normAutofit/>
          </a:bodyPr>
          <a:lstStyle/>
          <a:p>
            <a:pPr algn="r"/>
            <a:r>
              <a:rPr lang="en-US" sz="4000" b="1" dirty="0">
                <a:solidFill>
                  <a:srgbClr val="FFFFFF"/>
                </a:solidFill>
              </a:rPr>
              <a:t>Discussion: Interpreting Findings Using Literature</a:t>
            </a:r>
            <a:br>
              <a:rPr lang="en-US" sz="4000" b="1" dirty="0">
                <a:solidFill>
                  <a:srgbClr val="FFFFFF"/>
                </a:solidFill>
              </a:rPr>
            </a:br>
            <a:endParaRPr lang="en-CA" sz="4000" dirty="0">
              <a:solidFill>
                <a:srgbClr val="FFFFFF"/>
              </a:solidFill>
            </a:endParaRPr>
          </a:p>
        </p:txBody>
      </p:sp>
      <p:sp>
        <p:nvSpPr>
          <p:cNvPr id="4" name="Content Placeholder 3">
            <a:extLst>
              <a:ext uri="{FF2B5EF4-FFF2-40B4-BE49-F238E27FC236}">
                <a16:creationId xmlns:a16="http://schemas.microsoft.com/office/drawing/2014/main" id="{A0B3D7CA-3514-FE6B-BA62-C930B5EFB657}"/>
              </a:ext>
            </a:extLst>
          </p:cNvPr>
          <p:cNvSpPr>
            <a:spLocks noGrp="1"/>
          </p:cNvSpPr>
          <p:nvPr>
            <p:ph idx="1"/>
          </p:nvPr>
        </p:nvSpPr>
        <p:spPr>
          <a:xfrm>
            <a:off x="4716379" y="320842"/>
            <a:ext cx="7291137" cy="6440905"/>
          </a:xfrm>
        </p:spPr>
        <p:txBody>
          <a:bodyPr anchor="ctr">
            <a:normAutofit fontScale="92500" lnSpcReduction="10000"/>
          </a:bodyPr>
          <a:lstStyle/>
          <a:p>
            <a:pPr fontAlgn="base"/>
            <a:r>
              <a:rPr lang="en-CA" sz="1800" dirty="0"/>
              <a:t>ITS 3-mers can classify these </a:t>
            </a:r>
            <a:r>
              <a:rPr lang="en-CA" sz="1800" i="1" dirty="0"/>
              <a:t>Aspergillus</a:t>
            </a:r>
            <a:r>
              <a:rPr lang="en-CA" sz="1800" dirty="0"/>
              <a:t> species accurately → supports H1</a:t>
            </a:r>
          </a:p>
          <a:p>
            <a:pPr fontAlgn="base"/>
            <a:r>
              <a:rPr lang="en-CA" sz="1800" dirty="0"/>
              <a:t>PCA plot and confusion matrices show some overlap are likely to happen between </a:t>
            </a:r>
            <a:r>
              <a:rPr lang="en-CA" sz="1800" i="1" dirty="0"/>
              <a:t>A. niger</a:t>
            </a:r>
            <a:r>
              <a:rPr lang="en-CA" sz="1800" dirty="0"/>
              <a:t> &amp; </a:t>
            </a:r>
            <a:r>
              <a:rPr lang="en-CA" sz="1800" i="1" dirty="0"/>
              <a:t>A. flavus</a:t>
            </a:r>
            <a:r>
              <a:rPr lang="en-CA" sz="1800" dirty="0"/>
              <a:t> → supports H2</a:t>
            </a:r>
          </a:p>
          <a:p>
            <a:pPr fontAlgn="base"/>
            <a:r>
              <a:rPr lang="en-CA" sz="1800" dirty="0"/>
              <a:t>NCBI + BOLD would show biases, errors, ambiguous bases if not cleaned → supports H3</a:t>
            </a:r>
          </a:p>
          <a:p>
            <a:r>
              <a:rPr lang="en-CA" sz="1800" dirty="0"/>
              <a:t>Species counts are uneven, and it could potentially affect model stability → supports H4</a:t>
            </a:r>
          </a:p>
          <a:p>
            <a:pPr marL="0" indent="0">
              <a:buNone/>
            </a:pPr>
            <a:endParaRPr lang="en-CA" sz="1800" dirty="0"/>
          </a:p>
          <a:p>
            <a:pPr marL="0" indent="0">
              <a:buNone/>
            </a:pPr>
            <a:r>
              <a:rPr lang="en-US" sz="1800" b="1" u="sng" dirty="0"/>
              <a:t>Why does ITS sometimes fail to distinguish Aspergillus?</a:t>
            </a:r>
          </a:p>
          <a:p>
            <a:pPr marL="0" indent="0">
              <a:buNone/>
            </a:pPr>
            <a:endParaRPr lang="en-US" sz="1800" dirty="0"/>
          </a:p>
          <a:p>
            <a:pPr fontAlgn="base">
              <a:buFont typeface="Wingdings" panose="05000000000000000000" pitchFamily="2" charset="2"/>
              <a:buChar char="Ø"/>
            </a:pPr>
            <a:r>
              <a:rPr lang="en-US" sz="1800" dirty="0"/>
              <a:t>ITS barcode recognized globally (Schoch et al., 2012), but not ideal for all clades.</a:t>
            </a:r>
            <a:br>
              <a:rPr lang="en-US" sz="1800" dirty="0"/>
            </a:br>
            <a:endParaRPr lang="en-US" sz="1800" dirty="0"/>
          </a:p>
          <a:p>
            <a:pPr fontAlgn="base">
              <a:buFont typeface="Wingdings" panose="05000000000000000000" pitchFamily="2" charset="2"/>
              <a:buChar char="Ø"/>
            </a:pPr>
            <a:r>
              <a:rPr lang="en-US" sz="1800" dirty="0"/>
              <a:t>Nilsson et al. (2019) noted high rates of mislabeled public fungal ITS sequences.</a:t>
            </a:r>
            <a:br>
              <a:rPr lang="en-US" sz="1800" dirty="0"/>
            </a:br>
            <a:endParaRPr lang="en-US" sz="1800" dirty="0"/>
          </a:p>
          <a:p>
            <a:pPr fontAlgn="base">
              <a:buFont typeface="Wingdings" panose="05000000000000000000" pitchFamily="2" charset="2"/>
              <a:buChar char="Ø"/>
            </a:pPr>
            <a:r>
              <a:rPr lang="en-US" sz="1800" dirty="0"/>
              <a:t>PCA and Machine learning results reflect some of these limitations.</a:t>
            </a:r>
            <a:br>
              <a:rPr lang="en-US" sz="1800" dirty="0"/>
            </a:br>
            <a:endParaRPr lang="en-US" sz="1800" dirty="0"/>
          </a:p>
          <a:p>
            <a:pPr fontAlgn="base">
              <a:buFont typeface="Wingdings" panose="05000000000000000000" pitchFamily="2" charset="2"/>
              <a:buChar char="Ø"/>
            </a:pPr>
            <a:r>
              <a:rPr lang="en-US" sz="1800" dirty="0"/>
              <a:t>GC content variation suggests platform-level biases.</a:t>
            </a:r>
          </a:p>
          <a:p>
            <a:pPr marL="0" indent="0">
              <a:buNone/>
            </a:pPr>
            <a:br>
              <a:rPr lang="en-CA" sz="1400" dirty="0"/>
            </a:br>
            <a:endParaRPr lang="en-CA" sz="1400" dirty="0"/>
          </a:p>
        </p:txBody>
      </p:sp>
    </p:spTree>
    <p:extLst>
      <p:ext uri="{BB962C8B-B14F-4D97-AF65-F5344CB8AC3E}">
        <p14:creationId xmlns:p14="http://schemas.microsoft.com/office/powerpoint/2010/main" val="30255046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7C48DAC-46E0-E0E2-4675-8462C9BF9817}"/>
              </a:ext>
            </a:extLst>
          </p:cNvPr>
          <p:cNvSpPr>
            <a:spLocks noGrp="1"/>
          </p:cNvSpPr>
          <p:nvPr>
            <p:ph type="title"/>
          </p:nvPr>
        </p:nvSpPr>
        <p:spPr>
          <a:xfrm>
            <a:off x="466722" y="586855"/>
            <a:ext cx="3201366" cy="3387497"/>
          </a:xfrm>
        </p:spPr>
        <p:txBody>
          <a:bodyPr anchor="b">
            <a:normAutofit/>
          </a:bodyPr>
          <a:lstStyle/>
          <a:p>
            <a:pPr algn="r"/>
            <a:r>
              <a:rPr lang="en-CA" sz="4000" b="1" dirty="0">
                <a:solidFill>
                  <a:srgbClr val="FFFFFF"/>
                </a:solidFill>
              </a:rPr>
              <a:t>Study Caveats</a:t>
            </a:r>
            <a:endParaRPr lang="en-CA" sz="4000" dirty="0">
              <a:solidFill>
                <a:srgbClr val="FFFFFF"/>
              </a:solidFill>
            </a:endParaRPr>
          </a:p>
        </p:txBody>
      </p:sp>
      <p:sp>
        <p:nvSpPr>
          <p:cNvPr id="3" name="Content Placeholder 2">
            <a:extLst>
              <a:ext uri="{FF2B5EF4-FFF2-40B4-BE49-F238E27FC236}">
                <a16:creationId xmlns:a16="http://schemas.microsoft.com/office/drawing/2014/main" id="{74B59B6D-8C70-7748-EF8E-07ACBE24B3A3}"/>
              </a:ext>
            </a:extLst>
          </p:cNvPr>
          <p:cNvSpPr>
            <a:spLocks noGrp="1"/>
          </p:cNvSpPr>
          <p:nvPr>
            <p:ph idx="1"/>
          </p:nvPr>
        </p:nvSpPr>
        <p:spPr>
          <a:xfrm>
            <a:off x="4810259" y="649480"/>
            <a:ext cx="6555347" cy="5546047"/>
          </a:xfrm>
        </p:spPr>
        <p:txBody>
          <a:bodyPr anchor="ctr">
            <a:normAutofit/>
          </a:bodyPr>
          <a:lstStyle/>
          <a:p>
            <a:pPr fontAlgn="base"/>
            <a:r>
              <a:rPr lang="en-US" sz="2400" dirty="0"/>
              <a:t>Database mislabeled sequences may remain even after filtering (e.g. there were some sequences that were &gt;800 bp)</a:t>
            </a:r>
            <a:br>
              <a:rPr lang="en-US" sz="2400" dirty="0"/>
            </a:br>
            <a:endParaRPr lang="en-US" sz="2400" dirty="0"/>
          </a:p>
          <a:p>
            <a:pPr fontAlgn="base"/>
            <a:r>
              <a:rPr lang="en-US" sz="2400" dirty="0"/>
              <a:t>Only ITS used, additional loci such as </a:t>
            </a:r>
            <a:r>
              <a:rPr lang="el-GR" sz="2400" dirty="0"/>
              <a:t>β</a:t>
            </a:r>
            <a:r>
              <a:rPr lang="en-CA" sz="2400" dirty="0"/>
              <a:t>-tubulin</a:t>
            </a:r>
            <a:r>
              <a:rPr lang="en-US" sz="2400" dirty="0"/>
              <a:t>, CaM) could improve accuracy (Balajee et al., 2007)</a:t>
            </a:r>
            <a:br>
              <a:rPr lang="en-US" sz="2400" dirty="0"/>
            </a:br>
            <a:endParaRPr lang="en-US" sz="2400" dirty="0"/>
          </a:p>
          <a:p>
            <a:pPr fontAlgn="base"/>
            <a:r>
              <a:rPr lang="en-US" sz="2400" dirty="0"/>
              <a:t>Class imbalance affects model performance</a:t>
            </a:r>
            <a:br>
              <a:rPr lang="en-US" sz="2400" dirty="0"/>
            </a:br>
            <a:endParaRPr lang="en-US" sz="2400" dirty="0"/>
          </a:p>
          <a:p>
            <a:pPr fontAlgn="base"/>
            <a:r>
              <a:rPr lang="en-US" sz="2400" dirty="0"/>
              <a:t>K=3 k-mers may have insufficient resolution (He et al., 2025)</a:t>
            </a:r>
          </a:p>
          <a:p>
            <a:endParaRPr lang="en-CA" sz="2000" dirty="0"/>
          </a:p>
        </p:txBody>
      </p:sp>
    </p:spTree>
    <p:extLst>
      <p:ext uri="{BB962C8B-B14F-4D97-AF65-F5344CB8AC3E}">
        <p14:creationId xmlns:p14="http://schemas.microsoft.com/office/powerpoint/2010/main" val="12053771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77FF31-EB7D-4948-352A-FA833EF97DCC}"/>
              </a:ext>
            </a:extLst>
          </p:cNvPr>
          <p:cNvSpPr>
            <a:spLocks noGrp="1"/>
          </p:cNvSpPr>
          <p:nvPr>
            <p:ph type="title"/>
          </p:nvPr>
        </p:nvSpPr>
        <p:spPr>
          <a:xfrm>
            <a:off x="538911" y="1557402"/>
            <a:ext cx="3201366" cy="3387497"/>
          </a:xfrm>
        </p:spPr>
        <p:txBody>
          <a:bodyPr anchor="b">
            <a:normAutofit/>
          </a:bodyPr>
          <a:lstStyle/>
          <a:p>
            <a:pPr algn="r"/>
            <a:r>
              <a:rPr lang="en-CA" sz="4000" b="1" dirty="0">
                <a:solidFill>
                  <a:srgbClr val="FFFFFF"/>
                </a:solidFill>
              </a:rPr>
              <a:t>Next Steps / Future Directions</a:t>
            </a:r>
            <a:br>
              <a:rPr lang="en-CA" sz="4000" b="1" dirty="0">
                <a:solidFill>
                  <a:srgbClr val="FFFFFF"/>
                </a:solidFill>
              </a:rPr>
            </a:br>
            <a:endParaRPr lang="en-CA" sz="4000" dirty="0">
              <a:solidFill>
                <a:srgbClr val="FFFFFF"/>
              </a:solidFill>
            </a:endParaRPr>
          </a:p>
        </p:txBody>
      </p:sp>
      <p:sp>
        <p:nvSpPr>
          <p:cNvPr id="3" name="Content Placeholder 2">
            <a:extLst>
              <a:ext uri="{FF2B5EF4-FFF2-40B4-BE49-F238E27FC236}">
                <a16:creationId xmlns:a16="http://schemas.microsoft.com/office/drawing/2014/main" id="{1440D3C1-D7AE-C18C-9875-45C0BDA4B5FC}"/>
              </a:ext>
            </a:extLst>
          </p:cNvPr>
          <p:cNvSpPr>
            <a:spLocks noGrp="1"/>
          </p:cNvSpPr>
          <p:nvPr>
            <p:ph idx="1"/>
          </p:nvPr>
        </p:nvSpPr>
        <p:spPr>
          <a:xfrm>
            <a:off x="4367695" y="336884"/>
            <a:ext cx="7720031" cy="6248400"/>
          </a:xfrm>
        </p:spPr>
        <p:txBody>
          <a:bodyPr anchor="ctr">
            <a:normAutofit/>
          </a:bodyPr>
          <a:lstStyle/>
          <a:p>
            <a:r>
              <a:rPr lang="en-CA" sz="2000" dirty="0"/>
              <a:t>Run the models again with uncleaned data and compare the accuracy results with the models ran on cleaned data to confirm whether sequence biases affect machine learning</a:t>
            </a:r>
          </a:p>
          <a:p>
            <a:pPr marL="0" indent="0">
              <a:buNone/>
            </a:pPr>
            <a:endParaRPr lang="en-CA" sz="2000" dirty="0"/>
          </a:p>
          <a:p>
            <a:r>
              <a:rPr lang="en-CA" sz="2000" dirty="0"/>
              <a:t>To reduce computation time, I used 3-mer frequencies and ntree=300, but we can run 4-mer frequencies + ntree&gt;300 for Random Forest</a:t>
            </a:r>
          </a:p>
          <a:p>
            <a:pPr marL="0" indent="0">
              <a:buNone/>
            </a:pPr>
            <a:endParaRPr lang="en-CA" sz="2000" dirty="0"/>
          </a:p>
          <a:p>
            <a:r>
              <a:rPr lang="en-CA" sz="2000" dirty="0"/>
              <a:t>Conduct phylogenetic validation of each Machine learning predictions</a:t>
            </a:r>
          </a:p>
          <a:p>
            <a:pPr marL="0" indent="0">
              <a:buNone/>
            </a:pPr>
            <a:endParaRPr lang="en-CA" sz="2000" dirty="0"/>
          </a:p>
          <a:p>
            <a:r>
              <a:rPr lang="en-CA" sz="2000" dirty="0"/>
              <a:t>Use additional loci to reduce risk of overfitting to single loci</a:t>
            </a:r>
          </a:p>
          <a:p>
            <a:pPr marL="0" indent="0">
              <a:buNone/>
            </a:pPr>
            <a:endParaRPr lang="en-CA" sz="2000" dirty="0"/>
          </a:p>
          <a:p>
            <a:r>
              <a:rPr lang="en-US" sz="2000" dirty="0"/>
              <a:t>Multi-locus k-mer profiles capture more of the genome’s evolutionary history (Ametrano et al., 2022).</a:t>
            </a:r>
            <a:endParaRPr lang="en-CA" sz="2000" dirty="0"/>
          </a:p>
          <a:p>
            <a:endParaRPr lang="en-CA" sz="2000" dirty="0"/>
          </a:p>
        </p:txBody>
      </p:sp>
    </p:spTree>
    <p:extLst>
      <p:ext uri="{BB962C8B-B14F-4D97-AF65-F5344CB8AC3E}">
        <p14:creationId xmlns:p14="http://schemas.microsoft.com/office/powerpoint/2010/main" val="21859364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79D755-EBC4-7B49-E2F2-99392195B700}"/>
              </a:ext>
            </a:extLst>
          </p:cNvPr>
          <p:cNvSpPr>
            <a:spLocks noGrp="1"/>
          </p:cNvSpPr>
          <p:nvPr>
            <p:ph type="title"/>
          </p:nvPr>
        </p:nvSpPr>
        <p:spPr>
          <a:xfrm>
            <a:off x="466722" y="586855"/>
            <a:ext cx="3201366" cy="3387497"/>
          </a:xfrm>
        </p:spPr>
        <p:txBody>
          <a:bodyPr anchor="b">
            <a:normAutofit/>
          </a:bodyPr>
          <a:lstStyle/>
          <a:p>
            <a:pPr algn="r"/>
            <a:r>
              <a:rPr lang="en-CA" sz="4000" b="1" dirty="0">
                <a:solidFill>
                  <a:srgbClr val="FFFFFF"/>
                </a:solidFill>
              </a:rPr>
              <a:t>Reflection</a:t>
            </a:r>
          </a:p>
        </p:txBody>
      </p:sp>
      <p:sp>
        <p:nvSpPr>
          <p:cNvPr id="3" name="Content Placeholder 2">
            <a:extLst>
              <a:ext uri="{FF2B5EF4-FFF2-40B4-BE49-F238E27FC236}">
                <a16:creationId xmlns:a16="http://schemas.microsoft.com/office/drawing/2014/main" id="{FDF640D6-E55B-B1E8-1AE4-A70B5DD9A429}"/>
              </a:ext>
            </a:extLst>
          </p:cNvPr>
          <p:cNvSpPr>
            <a:spLocks noGrp="1"/>
          </p:cNvSpPr>
          <p:nvPr>
            <p:ph idx="1"/>
          </p:nvPr>
        </p:nvSpPr>
        <p:spPr>
          <a:xfrm>
            <a:off x="4810259" y="649480"/>
            <a:ext cx="7109025" cy="5546047"/>
          </a:xfrm>
        </p:spPr>
        <p:txBody>
          <a:bodyPr anchor="ctr">
            <a:normAutofit/>
          </a:bodyPr>
          <a:lstStyle/>
          <a:p>
            <a:pPr fontAlgn="base"/>
            <a:r>
              <a:rPr lang="en-CA" sz="2000" dirty="0"/>
              <a:t>Through the BINF*6210 classes and assignments , I was able to learn the full bioinformatics pipeline from data acquisition to Quality Control to Machine learning.</a:t>
            </a:r>
          </a:p>
          <a:p>
            <a:pPr marL="0" indent="0" fontAlgn="base">
              <a:buNone/>
            </a:pPr>
            <a:endParaRPr lang="en-CA" sz="2000" dirty="0"/>
          </a:p>
          <a:p>
            <a:pPr fontAlgn="base"/>
            <a:r>
              <a:rPr lang="en-CA" sz="2000" dirty="0"/>
              <a:t>Additionally, I was able to improve my debugging skills, handling missing data, and reproducibility throughout the semester.</a:t>
            </a:r>
            <a:br>
              <a:rPr lang="en-CA" sz="2000" dirty="0"/>
            </a:br>
            <a:endParaRPr lang="en-CA" sz="2000" dirty="0"/>
          </a:p>
          <a:p>
            <a:pPr fontAlgn="base"/>
            <a:r>
              <a:rPr lang="en-CA" sz="2000" dirty="0"/>
              <a:t>I definitely gained confidence in R workflows, classifiers, and interpreting outputs now compared to back in September when I was a beginner at RStudio .</a:t>
            </a:r>
            <a:br>
              <a:rPr lang="en-CA" sz="2000" dirty="0"/>
            </a:br>
            <a:endParaRPr lang="en-CA" sz="2000" dirty="0"/>
          </a:p>
          <a:p>
            <a:pPr fontAlgn="base"/>
            <a:r>
              <a:rPr lang="en-CA" sz="2000" dirty="0"/>
              <a:t>I believe that these skills will be directly applicable to me when it comes to the analysis of my project for my thesis.</a:t>
            </a:r>
          </a:p>
          <a:p>
            <a:pPr fontAlgn="base"/>
            <a:endParaRPr lang="en-CA" sz="2000" dirty="0"/>
          </a:p>
          <a:p>
            <a:pPr fontAlgn="base"/>
            <a:r>
              <a:rPr lang="en-CA" sz="2000" dirty="0"/>
              <a:t>The skills learnt will also help me in my career after graduate school since machine learning is evolving at a high rate.</a:t>
            </a:r>
          </a:p>
          <a:p>
            <a:endParaRPr lang="en-CA" sz="2000" dirty="0"/>
          </a:p>
        </p:txBody>
      </p:sp>
    </p:spTree>
    <p:extLst>
      <p:ext uri="{BB962C8B-B14F-4D97-AF65-F5344CB8AC3E}">
        <p14:creationId xmlns:p14="http://schemas.microsoft.com/office/powerpoint/2010/main" val="11668556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7CC7D35-D547-BC32-A633-51E8F2E73CA8}"/>
              </a:ext>
            </a:extLst>
          </p:cNvPr>
          <p:cNvSpPr>
            <a:spLocks noGrp="1"/>
          </p:cNvSpPr>
          <p:nvPr>
            <p:ph type="title"/>
          </p:nvPr>
        </p:nvSpPr>
        <p:spPr>
          <a:xfrm>
            <a:off x="826396" y="586855"/>
            <a:ext cx="4230100" cy="3387497"/>
          </a:xfrm>
        </p:spPr>
        <p:txBody>
          <a:bodyPr anchor="b">
            <a:normAutofit/>
          </a:bodyPr>
          <a:lstStyle/>
          <a:p>
            <a:pPr algn="r"/>
            <a:r>
              <a:rPr lang="en-CA" sz="3700" b="1" dirty="0">
                <a:solidFill>
                  <a:srgbClr val="FFFFFF"/>
                </a:solidFill>
              </a:rPr>
              <a:t>Acknowledgements</a:t>
            </a:r>
            <a:endParaRPr lang="en-CA" sz="3700" dirty="0">
              <a:solidFill>
                <a:srgbClr val="FFFFFF"/>
              </a:solidFill>
            </a:endParaRPr>
          </a:p>
        </p:txBody>
      </p:sp>
      <p:sp>
        <p:nvSpPr>
          <p:cNvPr id="3" name="Content Placeholder 2">
            <a:extLst>
              <a:ext uri="{FF2B5EF4-FFF2-40B4-BE49-F238E27FC236}">
                <a16:creationId xmlns:a16="http://schemas.microsoft.com/office/drawing/2014/main" id="{62F5343E-35AA-E5EE-E47F-CD0B927B6EB7}"/>
              </a:ext>
            </a:extLst>
          </p:cNvPr>
          <p:cNvSpPr>
            <a:spLocks noGrp="1"/>
          </p:cNvSpPr>
          <p:nvPr>
            <p:ph idx="1"/>
          </p:nvPr>
        </p:nvSpPr>
        <p:spPr>
          <a:xfrm>
            <a:off x="5783180" y="465222"/>
            <a:ext cx="6408056" cy="6280484"/>
          </a:xfrm>
        </p:spPr>
        <p:txBody>
          <a:bodyPr anchor="ctr">
            <a:normAutofit fontScale="92500" lnSpcReduction="10000"/>
          </a:bodyPr>
          <a:lstStyle/>
          <a:p>
            <a:r>
              <a:rPr lang="en-CA" sz="2400" dirty="0"/>
              <a:t>I would like to acknowledge Dr Karl Cottenie for the R script provided on Random Forest classifier as it helped me a lot for the Random Forest part of my code.</a:t>
            </a:r>
          </a:p>
          <a:p>
            <a:endParaRPr lang="en-CA" sz="2400" dirty="0"/>
          </a:p>
          <a:p>
            <a:r>
              <a:rPr lang="en-CA" sz="2400" dirty="0"/>
              <a:t>Building on the knowledge provided by my group members from Assignment 2, I was able to learn how to load my packages more effectively.</a:t>
            </a:r>
          </a:p>
          <a:p>
            <a:endParaRPr lang="en-CA" sz="2400" dirty="0"/>
          </a:p>
          <a:p>
            <a:r>
              <a:rPr lang="en-CA" sz="2400" dirty="0"/>
              <a:t>I would also like to acknowledge fellow classmate Hannah Glowacki for looking over my storyboard and offering me editing advice on my slides.</a:t>
            </a:r>
          </a:p>
          <a:p>
            <a:pPr marL="0" indent="0">
              <a:buNone/>
            </a:pPr>
            <a:endParaRPr lang="en-CA" sz="2400" dirty="0"/>
          </a:p>
          <a:p>
            <a:r>
              <a:rPr lang="en-CA" sz="2400" dirty="0"/>
              <a:t>Lastly, I would like to acknowledge our TA Saira Asif for directing me to resources for XGBoost and SVM models. She also helped me iron out my research question so that it does not become too overwhelming.</a:t>
            </a:r>
          </a:p>
          <a:p>
            <a:endParaRPr lang="en-CA" sz="1900" dirty="0"/>
          </a:p>
        </p:txBody>
      </p:sp>
    </p:spTree>
    <p:extLst>
      <p:ext uri="{BB962C8B-B14F-4D97-AF65-F5344CB8AC3E}">
        <p14:creationId xmlns:p14="http://schemas.microsoft.com/office/powerpoint/2010/main" val="1322648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99E524-3F9C-CB6B-9822-8189DD812564}"/>
              </a:ext>
            </a:extLst>
          </p:cNvPr>
          <p:cNvSpPr>
            <a:spLocks noGrp="1"/>
          </p:cNvSpPr>
          <p:nvPr>
            <p:ph type="title"/>
          </p:nvPr>
        </p:nvSpPr>
        <p:spPr>
          <a:xfrm>
            <a:off x="466722" y="586855"/>
            <a:ext cx="3201366" cy="3387497"/>
          </a:xfrm>
        </p:spPr>
        <p:txBody>
          <a:bodyPr anchor="b">
            <a:normAutofit/>
          </a:bodyPr>
          <a:lstStyle/>
          <a:p>
            <a:pPr algn="r"/>
            <a:r>
              <a:rPr lang="en-CA" sz="4000" b="1">
                <a:solidFill>
                  <a:srgbClr val="FFFFFF"/>
                </a:solidFill>
              </a:rPr>
              <a:t>References</a:t>
            </a:r>
            <a:endParaRPr lang="en-CA" sz="4000">
              <a:solidFill>
                <a:srgbClr val="FFFFFF"/>
              </a:solidFill>
            </a:endParaRPr>
          </a:p>
        </p:txBody>
      </p:sp>
      <p:sp>
        <p:nvSpPr>
          <p:cNvPr id="3" name="Content Placeholder 2">
            <a:extLst>
              <a:ext uri="{FF2B5EF4-FFF2-40B4-BE49-F238E27FC236}">
                <a16:creationId xmlns:a16="http://schemas.microsoft.com/office/drawing/2014/main" id="{E6366495-1B70-AC83-C05E-F5275FFC6037}"/>
              </a:ext>
            </a:extLst>
          </p:cNvPr>
          <p:cNvSpPr>
            <a:spLocks noGrp="1"/>
          </p:cNvSpPr>
          <p:nvPr>
            <p:ph idx="1"/>
          </p:nvPr>
        </p:nvSpPr>
        <p:spPr>
          <a:xfrm>
            <a:off x="4299284" y="-112295"/>
            <a:ext cx="7716253" cy="6960157"/>
          </a:xfrm>
        </p:spPr>
        <p:txBody>
          <a:bodyPr anchor="ctr">
            <a:normAutofit/>
          </a:bodyPr>
          <a:lstStyle/>
          <a:p>
            <a:endParaRPr lang="en-CA" sz="1100" dirty="0"/>
          </a:p>
          <a:p>
            <a:pPr marL="0" indent="0">
              <a:buNone/>
            </a:pPr>
            <a:r>
              <a:rPr lang="en-CA" sz="1400" b="1" u="sng" dirty="0"/>
              <a:t>Scientific papers</a:t>
            </a:r>
          </a:p>
          <a:p>
            <a:pPr marL="0" indent="0">
              <a:buNone/>
            </a:pPr>
            <a:endParaRPr lang="en-CA" sz="1400" b="1" u="sng" dirty="0"/>
          </a:p>
          <a:p>
            <a:r>
              <a:rPr lang="en-CA" sz="1400" dirty="0"/>
              <a:t>Ametrano, C. G., Jensen, J., </a:t>
            </a:r>
            <a:r>
              <a:rPr lang="en-CA" sz="1400" dirty="0" err="1"/>
              <a:t>Lumbsch</a:t>
            </a:r>
            <a:r>
              <a:rPr lang="en-CA" sz="1400" dirty="0"/>
              <a:t>, H. T., &amp; Grewe, F. (2025). </a:t>
            </a:r>
            <a:r>
              <a:rPr lang="en-CA" sz="1400" dirty="0" err="1"/>
              <a:t>UnFATE</a:t>
            </a:r>
            <a:r>
              <a:rPr lang="en-CA" sz="1400" dirty="0"/>
              <a:t>: A Comprehensive Probe Set and Bioinformatics Pipeline for Phylogeny Reconstruction and </a:t>
            </a:r>
            <a:r>
              <a:rPr lang="en-CA" sz="1400" dirty="0" err="1"/>
              <a:t>Multilocus</a:t>
            </a:r>
            <a:r>
              <a:rPr lang="en-CA" sz="1400" dirty="0"/>
              <a:t> Barcoding of Filamentous Ascomycetes (Ascomycota, </a:t>
            </a:r>
            <a:r>
              <a:rPr lang="en-CA" sz="1400" dirty="0" err="1"/>
              <a:t>Pezizomycotina</a:t>
            </a:r>
            <a:r>
              <a:rPr lang="en-CA" sz="1400" dirty="0"/>
              <a:t>). </a:t>
            </a:r>
            <a:r>
              <a:rPr lang="en-CA" sz="1400" i="1" dirty="0"/>
              <a:t>Systematic Biology</a:t>
            </a:r>
            <a:r>
              <a:rPr lang="en-CA" sz="1400" dirty="0"/>
              <a:t>, syaf011. https://doi.org/10.1093/sysbio/syaf011</a:t>
            </a:r>
          </a:p>
          <a:p>
            <a:r>
              <a:rPr lang="en-CA" sz="1400" dirty="0"/>
              <a:t>Balajee, S. A., Houbraken, J., Verweij, P. E., Hong, S.-B., </a:t>
            </a:r>
            <a:r>
              <a:rPr lang="en-CA" sz="1400" dirty="0" err="1"/>
              <a:t>Yaghuchi</a:t>
            </a:r>
            <a:r>
              <a:rPr lang="en-CA" sz="1400" dirty="0"/>
              <a:t>, T., Varga, J., &amp; Samson, R. A. (2007). Aspergillus species identification in the clinical setting. </a:t>
            </a:r>
            <a:r>
              <a:rPr lang="en-CA" sz="1400" i="1" dirty="0"/>
              <a:t>Studies in Mycology</a:t>
            </a:r>
            <a:r>
              <a:rPr lang="en-CA" sz="1400" dirty="0"/>
              <a:t>, </a:t>
            </a:r>
            <a:r>
              <a:rPr lang="en-CA" sz="1400" i="1" dirty="0"/>
              <a:t>59</a:t>
            </a:r>
            <a:r>
              <a:rPr lang="en-CA" sz="1400" dirty="0"/>
              <a:t>, 39–46. https://doi.org/10.3114/sim.2007.59.05</a:t>
            </a:r>
          </a:p>
          <a:p>
            <a:r>
              <a:rPr lang="en-CA" sz="1400" dirty="0"/>
              <a:t>He, L., Huang, M., Yiming, G., Zhu, Y., Liu, R., Chen, J., &amp; Yau, S. S. T. (2025). A new alignment-free method: K-mer Subsequence Natural Vector (K-mer SNV) for classification of fungi. </a:t>
            </a:r>
            <a:r>
              <a:rPr lang="en-CA" sz="1400" i="1" dirty="0"/>
              <a:t>BMC Bioinformatics</a:t>
            </a:r>
            <a:r>
              <a:rPr lang="en-CA" sz="1400" dirty="0"/>
              <a:t>, </a:t>
            </a:r>
            <a:r>
              <a:rPr lang="en-CA" sz="1400" i="1" dirty="0"/>
              <a:t>26</a:t>
            </a:r>
            <a:r>
              <a:rPr lang="en-CA" sz="1400" dirty="0"/>
              <a:t>(1), 170. https://doi.org/10.1186/s12859-025-06152-x</a:t>
            </a:r>
          </a:p>
          <a:p>
            <a:r>
              <a:rPr lang="en-CA" sz="1400" dirty="0"/>
              <a:t>Nilsson, R. H., </a:t>
            </a:r>
            <a:r>
              <a:rPr lang="en-CA" sz="1400" dirty="0" err="1"/>
              <a:t>Anslan</a:t>
            </a:r>
            <a:r>
              <a:rPr lang="en-CA" sz="1400" dirty="0"/>
              <a:t>, S., Bahram, M., Wurzbacher, C., Baldrian, P., &amp; </a:t>
            </a:r>
            <a:r>
              <a:rPr lang="en-CA" sz="1400" dirty="0" err="1"/>
              <a:t>Tedersoo</a:t>
            </a:r>
            <a:r>
              <a:rPr lang="en-CA" sz="1400" dirty="0"/>
              <a:t>, L. (2019). Mycobiome diversity: High-throughput sequencing and identification of fungi. </a:t>
            </a:r>
            <a:r>
              <a:rPr lang="en-CA" sz="1400" i="1" dirty="0"/>
              <a:t>Nature Reviews Microbiology</a:t>
            </a:r>
            <a:r>
              <a:rPr lang="en-CA" sz="1400" dirty="0"/>
              <a:t>, </a:t>
            </a:r>
            <a:r>
              <a:rPr lang="en-CA" sz="1400" i="1" dirty="0"/>
              <a:t>17</a:t>
            </a:r>
            <a:r>
              <a:rPr lang="en-CA" sz="1400" dirty="0"/>
              <a:t>(2), 95–109. https://doi.org/10.1038/s41579-018-0116-y</a:t>
            </a:r>
          </a:p>
          <a:p>
            <a:r>
              <a:rPr lang="en-CA" sz="1400" dirty="0"/>
              <a:t>Schoch, C. L., Seifert, K. A., </a:t>
            </a:r>
            <a:r>
              <a:rPr lang="en-CA" sz="1400" dirty="0" err="1"/>
              <a:t>Huhndorf</a:t>
            </a:r>
            <a:r>
              <a:rPr lang="en-CA" sz="1400" dirty="0"/>
              <a:t>, S., Robert, V., Spouge, J. L., Levesque, C. A., Chen, W., Fungal Barcoding Consortium, Fungal Barcoding Consortium Author List, </a:t>
            </a:r>
            <a:r>
              <a:rPr lang="en-CA" sz="1400" dirty="0" err="1"/>
              <a:t>Bolchacova</a:t>
            </a:r>
            <a:r>
              <a:rPr lang="en-CA" sz="1400" dirty="0"/>
              <a:t>, E., Voigt, K., Crous, P. W., Miller, A. N., Wingfield, M. J., Aime, M. C., An, K.-D., Bai, F.-Y., Barreto, R. W., </a:t>
            </a:r>
            <a:r>
              <a:rPr lang="en-CA" sz="1400" dirty="0" err="1"/>
              <a:t>Begerow</a:t>
            </a:r>
            <a:r>
              <a:rPr lang="en-CA" sz="1400" dirty="0"/>
              <a:t>, D., … Schindel, D. (2012). Nuclear ribosomal internal transcribed spacer (ITS) region as a universal DNA barcode marker for </a:t>
            </a:r>
            <a:r>
              <a:rPr lang="en-CA" sz="1400" i="1" dirty="0"/>
              <a:t>Fungi</a:t>
            </a:r>
            <a:r>
              <a:rPr lang="en-CA" sz="1400" dirty="0"/>
              <a:t>. </a:t>
            </a:r>
            <a:r>
              <a:rPr lang="en-CA" sz="1400" i="1" dirty="0"/>
              <a:t>Proceedings of the National Academy of Sciences</a:t>
            </a:r>
            <a:r>
              <a:rPr lang="en-CA" sz="1400" dirty="0"/>
              <a:t>, </a:t>
            </a:r>
            <a:r>
              <a:rPr lang="en-CA" sz="1400" i="1" dirty="0"/>
              <a:t>109</a:t>
            </a:r>
            <a:r>
              <a:rPr lang="en-CA" sz="1400" dirty="0"/>
              <a:t>(16), 6241–6246. https://doi.org/10.1073/pnas.1117018109</a:t>
            </a:r>
          </a:p>
          <a:p>
            <a:r>
              <a:rPr lang="en-CA" sz="1400" dirty="0"/>
              <a:t>Sugita, C., Makimura, K., Uchida, K., Yamaguchi, H., &amp; Nagai, A. (2004). PCR identification system for the genus Aspergillus and three major pathogenic species: Aspergillus fumigatus, Aspergillus flavus and Aspergillus niger. </a:t>
            </a:r>
            <a:r>
              <a:rPr lang="en-CA" sz="1400" i="1" dirty="0"/>
              <a:t>Medical Mycology</a:t>
            </a:r>
            <a:r>
              <a:rPr lang="en-CA" sz="1400" dirty="0"/>
              <a:t>, </a:t>
            </a:r>
            <a:r>
              <a:rPr lang="en-CA" sz="1400" i="1" dirty="0"/>
              <a:t>42</a:t>
            </a:r>
            <a:r>
              <a:rPr lang="en-CA" sz="1400" dirty="0"/>
              <a:t>(5), 433–437. https://doi.org/10.1080/13693780310001656786</a:t>
            </a:r>
          </a:p>
          <a:p>
            <a:endParaRPr lang="en-CA" sz="1100" dirty="0"/>
          </a:p>
        </p:txBody>
      </p:sp>
    </p:spTree>
    <p:extLst>
      <p:ext uri="{BB962C8B-B14F-4D97-AF65-F5344CB8AC3E}">
        <p14:creationId xmlns:p14="http://schemas.microsoft.com/office/powerpoint/2010/main" val="22139582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C0BACE-6D89-ED86-369C-615697AAB907}"/>
              </a:ext>
            </a:extLst>
          </p:cNvPr>
          <p:cNvSpPr>
            <a:spLocks noGrp="1"/>
          </p:cNvSpPr>
          <p:nvPr>
            <p:ph type="title"/>
          </p:nvPr>
        </p:nvSpPr>
        <p:spPr>
          <a:xfrm>
            <a:off x="466722" y="586855"/>
            <a:ext cx="3201366" cy="3387497"/>
          </a:xfrm>
        </p:spPr>
        <p:txBody>
          <a:bodyPr anchor="b">
            <a:normAutofit/>
          </a:bodyPr>
          <a:lstStyle/>
          <a:p>
            <a:pPr algn="r"/>
            <a:r>
              <a:rPr lang="en-CA" sz="4000" b="1">
                <a:solidFill>
                  <a:srgbClr val="FFFFFF"/>
                </a:solidFill>
              </a:rPr>
              <a:t>References</a:t>
            </a:r>
          </a:p>
        </p:txBody>
      </p:sp>
      <p:sp>
        <p:nvSpPr>
          <p:cNvPr id="3" name="Content Placeholder 2">
            <a:extLst>
              <a:ext uri="{FF2B5EF4-FFF2-40B4-BE49-F238E27FC236}">
                <a16:creationId xmlns:a16="http://schemas.microsoft.com/office/drawing/2014/main" id="{FE7754B5-7E95-0AFC-C004-12867D8BB289}"/>
              </a:ext>
            </a:extLst>
          </p:cNvPr>
          <p:cNvSpPr>
            <a:spLocks noGrp="1"/>
          </p:cNvSpPr>
          <p:nvPr>
            <p:ph idx="1"/>
          </p:nvPr>
        </p:nvSpPr>
        <p:spPr>
          <a:xfrm>
            <a:off x="4835711" y="809901"/>
            <a:ext cx="6555347" cy="5546047"/>
          </a:xfrm>
        </p:spPr>
        <p:txBody>
          <a:bodyPr anchor="ctr">
            <a:normAutofit/>
          </a:bodyPr>
          <a:lstStyle/>
          <a:p>
            <a:pPr marL="0" indent="0">
              <a:buNone/>
            </a:pPr>
            <a:r>
              <a:rPr lang="en-CA" sz="1700" b="1" u="sng" dirty="0"/>
              <a:t>Websites</a:t>
            </a:r>
          </a:p>
          <a:p>
            <a:pPr marL="0" indent="0">
              <a:buNone/>
            </a:pPr>
            <a:endParaRPr lang="en-CA" sz="1700" b="1" u="sng" dirty="0"/>
          </a:p>
          <a:p>
            <a:r>
              <a:rPr lang="en-CA" sz="1700" dirty="0">
                <a:hlinkClick r:id="rId2"/>
              </a:rPr>
              <a:t>https://www.datacamp.com/tutorial/support-vector-machines-r</a:t>
            </a:r>
            <a:endParaRPr lang="en-CA" sz="1700" dirty="0"/>
          </a:p>
          <a:p>
            <a:r>
              <a:rPr lang="en-CA" sz="1700" dirty="0">
                <a:hlinkClick r:id="rId3"/>
              </a:rPr>
              <a:t>https://en.wikibooks.org/wiki/Data_Mining_Algorithms_In_R/Classification/SVM</a:t>
            </a:r>
            <a:endParaRPr lang="en-CA" sz="1700" dirty="0"/>
          </a:p>
          <a:p>
            <a:r>
              <a:rPr lang="en-CA" sz="1700" dirty="0">
                <a:hlinkClick r:id="rId4"/>
              </a:rPr>
              <a:t>https://www.rdocumentation.org/packages/e1071/versions/1.7-16/topics/svm</a:t>
            </a:r>
            <a:endParaRPr lang="en-CA" sz="1700" dirty="0"/>
          </a:p>
          <a:p>
            <a:r>
              <a:rPr lang="en-CA" sz="1700" dirty="0">
                <a:hlinkClick r:id="rId5"/>
              </a:rPr>
              <a:t>https://stackoverflow.com/questions/37190135/how-can-i-speed-up-the-training-of-my-random-forest</a:t>
            </a:r>
            <a:endParaRPr lang="en-CA" sz="1700" dirty="0"/>
          </a:p>
          <a:p>
            <a:r>
              <a:rPr lang="en-CA" sz="1700" dirty="0">
                <a:hlinkClick r:id="rId6"/>
              </a:rPr>
              <a:t>https://www.numberanalytics.com/blog/optimizing-random-forests-ml-performance</a:t>
            </a:r>
            <a:endParaRPr lang="en-CA" sz="1700" dirty="0"/>
          </a:p>
          <a:p>
            <a:r>
              <a:rPr lang="en-CA" sz="1700" dirty="0">
                <a:hlinkClick r:id="rId7"/>
              </a:rPr>
              <a:t>https://developer.ibm.com/tutorials/awb-implement-xgboost-in-r/</a:t>
            </a:r>
            <a:endParaRPr lang="en-CA" sz="1700" dirty="0"/>
          </a:p>
          <a:p>
            <a:r>
              <a:rPr lang="en-CA" sz="1700" dirty="0">
                <a:hlinkClick r:id="rId8"/>
              </a:rPr>
              <a:t>https://medium.com/@heyamit10/xgboost-in-r-a-practical-guide-f14b722866c1</a:t>
            </a:r>
            <a:endParaRPr lang="en-CA" sz="1700" dirty="0"/>
          </a:p>
          <a:p>
            <a:r>
              <a:rPr lang="en-CA" sz="1700" dirty="0">
                <a:hlinkClick r:id="rId9"/>
              </a:rPr>
              <a:t>https://rpubs.com/nicklepore/XGBoost</a:t>
            </a:r>
            <a:endParaRPr lang="en-CA" sz="1700" dirty="0"/>
          </a:p>
          <a:p>
            <a:r>
              <a:rPr lang="en-CA" sz="1700" dirty="0">
                <a:hlinkClick r:id="rId10"/>
              </a:rPr>
              <a:t>https://search.r-project.org/CRAN/refmans/directotree/html/description.html</a:t>
            </a:r>
            <a:endParaRPr lang="en-CA" sz="1700" dirty="0"/>
          </a:p>
          <a:p>
            <a:pPr marL="0" indent="0">
              <a:buNone/>
            </a:pPr>
            <a:endParaRPr lang="en-CA" sz="1700" dirty="0"/>
          </a:p>
          <a:p>
            <a:endParaRPr lang="en-CA" sz="1700" dirty="0"/>
          </a:p>
          <a:p>
            <a:pPr marL="0" indent="0">
              <a:buNone/>
            </a:pPr>
            <a:endParaRPr lang="en-CA" sz="1700" dirty="0"/>
          </a:p>
        </p:txBody>
      </p:sp>
    </p:spTree>
    <p:extLst>
      <p:ext uri="{BB962C8B-B14F-4D97-AF65-F5344CB8AC3E}">
        <p14:creationId xmlns:p14="http://schemas.microsoft.com/office/powerpoint/2010/main" val="6125074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B00BB5-7AD8-5F9F-6A50-C9DAECC2D6F8}"/>
              </a:ext>
            </a:extLst>
          </p:cNvPr>
          <p:cNvSpPr>
            <a:spLocks noGrp="1"/>
          </p:cNvSpPr>
          <p:nvPr>
            <p:ph type="title"/>
          </p:nvPr>
        </p:nvSpPr>
        <p:spPr>
          <a:xfrm>
            <a:off x="466722" y="586855"/>
            <a:ext cx="3201366" cy="3387497"/>
          </a:xfrm>
        </p:spPr>
        <p:txBody>
          <a:bodyPr anchor="b">
            <a:normAutofit/>
          </a:bodyPr>
          <a:lstStyle/>
          <a:p>
            <a:pPr algn="r"/>
            <a:r>
              <a:rPr lang="en-CA" sz="4000" b="1">
                <a:solidFill>
                  <a:srgbClr val="FFFFFF"/>
                </a:solidFill>
              </a:rPr>
              <a:t>References</a:t>
            </a:r>
          </a:p>
        </p:txBody>
      </p:sp>
      <p:sp>
        <p:nvSpPr>
          <p:cNvPr id="3" name="Content Placeholder 2">
            <a:extLst>
              <a:ext uri="{FF2B5EF4-FFF2-40B4-BE49-F238E27FC236}">
                <a16:creationId xmlns:a16="http://schemas.microsoft.com/office/drawing/2014/main" id="{C3FB0C8E-8756-45E1-804F-A4EB82E27BB1}"/>
              </a:ext>
            </a:extLst>
          </p:cNvPr>
          <p:cNvSpPr>
            <a:spLocks noGrp="1"/>
          </p:cNvSpPr>
          <p:nvPr>
            <p:ph idx="1"/>
          </p:nvPr>
        </p:nvSpPr>
        <p:spPr>
          <a:xfrm>
            <a:off x="4810259" y="649480"/>
            <a:ext cx="6555347" cy="5546047"/>
          </a:xfrm>
        </p:spPr>
        <p:txBody>
          <a:bodyPr anchor="ctr">
            <a:normAutofit/>
          </a:bodyPr>
          <a:lstStyle/>
          <a:p>
            <a:pPr marL="0" indent="0">
              <a:buNone/>
            </a:pPr>
            <a:r>
              <a:rPr lang="en-CA" sz="1700" b="1" u="sng" dirty="0"/>
              <a:t>YouTube videos</a:t>
            </a:r>
          </a:p>
          <a:p>
            <a:pPr marL="0" indent="0">
              <a:buNone/>
            </a:pPr>
            <a:endParaRPr lang="en-CA" sz="1700" b="1" u="sng" dirty="0"/>
          </a:p>
          <a:p>
            <a:r>
              <a:rPr lang="en-CA" sz="1700" dirty="0">
                <a:hlinkClick r:id="rId2"/>
              </a:rPr>
              <a:t>https://www.youtube.com/watch?v=OJcFCs7Toe4</a:t>
            </a:r>
            <a:r>
              <a:rPr lang="en-CA" sz="1700" dirty="0"/>
              <a:t> (XGBoost tutorial)</a:t>
            </a:r>
          </a:p>
          <a:p>
            <a:r>
              <a:rPr lang="en-CA" sz="1700" dirty="0">
                <a:hlinkClick r:id="rId3"/>
              </a:rPr>
              <a:t>https://www.youtube.com/watch?v=gKyUucJwD8U</a:t>
            </a:r>
            <a:r>
              <a:rPr lang="en-CA" sz="1700" dirty="0"/>
              <a:t> (XGBoost tutorial)</a:t>
            </a:r>
          </a:p>
          <a:p>
            <a:r>
              <a:rPr lang="en-CA" sz="1700" dirty="0">
                <a:hlinkClick r:id="rId4"/>
              </a:rPr>
              <a:t>https://www.youtube.com/watch?v=QkAmOb1AMrY</a:t>
            </a:r>
            <a:r>
              <a:rPr lang="en-CA" sz="1700" dirty="0"/>
              <a:t> (SVM tutorial)</a:t>
            </a:r>
          </a:p>
          <a:p>
            <a:r>
              <a:rPr lang="en-CA" sz="1700" dirty="0">
                <a:hlinkClick r:id="rId5"/>
              </a:rPr>
              <a:t>https://www.youtube.com/watch?v=ueKqDlMxueE</a:t>
            </a:r>
            <a:r>
              <a:rPr lang="en-CA" sz="1700" dirty="0"/>
              <a:t> (SVM tutorial)</a:t>
            </a:r>
          </a:p>
          <a:p>
            <a:r>
              <a:rPr lang="en-CA" sz="1700" dirty="0">
                <a:hlinkClick r:id="rId6"/>
              </a:rPr>
              <a:t>https://www.youtube.com/watch?v=6EXPYzbfLCE</a:t>
            </a:r>
            <a:r>
              <a:rPr lang="en-CA" sz="1700" dirty="0"/>
              <a:t> (Random Forest tutorial)</a:t>
            </a:r>
          </a:p>
          <a:p>
            <a:r>
              <a:rPr lang="en-CA" sz="1700" dirty="0">
                <a:hlinkClick r:id="rId7"/>
              </a:rPr>
              <a:t>https://www.youtube.com/watch?v=zk017BiA-ZE</a:t>
            </a:r>
            <a:r>
              <a:rPr lang="en-CA" sz="1700" dirty="0"/>
              <a:t> (Confusion matrices tutorial)</a:t>
            </a:r>
          </a:p>
          <a:p>
            <a:r>
              <a:rPr lang="en-CA" sz="1700" dirty="0">
                <a:hlinkClick r:id="rId8"/>
              </a:rPr>
              <a:t>https://www.youtube.com/watch?v=5vgP05YpKdE</a:t>
            </a:r>
            <a:r>
              <a:rPr lang="en-CA" sz="1700" dirty="0"/>
              <a:t> (PCA plot analysis)</a:t>
            </a:r>
          </a:p>
          <a:p>
            <a:r>
              <a:rPr lang="en-CA" sz="1700" dirty="0">
                <a:hlinkClick r:id="rId9"/>
              </a:rPr>
              <a:t>https://www.youtube.com/watch?v=NLrb41ls4qo</a:t>
            </a:r>
            <a:r>
              <a:rPr lang="en-CA" sz="1700" dirty="0"/>
              <a:t> (PCA plots in R)</a:t>
            </a:r>
          </a:p>
          <a:p>
            <a:r>
              <a:rPr lang="en-CA" sz="1700" dirty="0">
                <a:hlinkClick r:id="rId10"/>
              </a:rPr>
              <a:t>https://www.youtube.com/watch?v=u4IxOk2ijSs</a:t>
            </a:r>
            <a:r>
              <a:rPr lang="en-CA" sz="1700" dirty="0"/>
              <a:t> (Random Forest Mean Decrease Gini analysis tutorial)</a:t>
            </a:r>
          </a:p>
          <a:p>
            <a:pPr marL="0" indent="0">
              <a:buNone/>
            </a:pPr>
            <a:endParaRPr lang="en-CA" sz="1700" dirty="0"/>
          </a:p>
        </p:txBody>
      </p:sp>
    </p:spTree>
    <p:extLst>
      <p:ext uri="{BB962C8B-B14F-4D97-AF65-F5344CB8AC3E}">
        <p14:creationId xmlns:p14="http://schemas.microsoft.com/office/powerpoint/2010/main" val="13138871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659</TotalTime>
  <Words>2499</Words>
  <Application>Microsoft Office PowerPoint</Application>
  <PresentationFormat>Widescreen</PresentationFormat>
  <Paragraphs>218</Paragraphs>
  <Slides>22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Aptos Display</vt:lpstr>
      <vt:lpstr>Arial</vt:lpstr>
      <vt:lpstr>Calibri</vt:lpstr>
      <vt:lpstr>Wingdings</vt:lpstr>
      <vt:lpstr>Office Theme</vt:lpstr>
      <vt:lpstr>     Machine-Learning Classification of three Aspergillus Species Using ITS Barcode Data  Student: Lishita Rowjee (1093319) Course: BINF*6210 Data Sources: BOLD, NCBI  GitHub link: https://github.com/LishitaR/BINF-6210-Assignment-4   </vt:lpstr>
      <vt:lpstr>INTRODUCTION: Why identify Aspergillus species?</vt:lpstr>
      <vt:lpstr>Research question</vt:lpstr>
      <vt:lpstr>Hypotheses</vt:lpstr>
      <vt:lpstr>Machine Learning Approaches</vt:lpstr>
      <vt:lpstr>Datasets Used</vt:lpstr>
      <vt:lpstr>Project Workflow: Methods</vt:lpstr>
      <vt:lpstr>Figure 1: Cleaned ITS sequences show broad but comparable length distributions </vt:lpstr>
      <vt:lpstr>Figure 2: Variation of GC content between databases could indicate technical biases</vt:lpstr>
      <vt:lpstr>Figure 3: Strong class imbalance in cleaned dataset (H4 confirmed)</vt:lpstr>
      <vt:lpstr>Figure 4: PCA – 3 mers shows partial clustering but overlapping profiles among species (H1 + H2).  </vt:lpstr>
      <vt:lpstr>Figure 5: Top 20 Most Important 3-mers for Aspergillus Species Classification (Random Forest Mean Decrease Gini) </vt:lpstr>
      <vt:lpstr>Figure 6: Random Forest + SVM + XGBoost Performance Comparison</vt:lpstr>
      <vt:lpstr>Results Summary </vt:lpstr>
      <vt:lpstr>Discussion: Interpreting Findings Using Literature </vt:lpstr>
      <vt:lpstr>Study Caveats</vt:lpstr>
      <vt:lpstr>Next Steps / Future Directions </vt:lpstr>
      <vt:lpstr>Reflection</vt:lpstr>
      <vt:lpstr>Acknowledgements</vt:lpstr>
      <vt:lpstr>References</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Lishita Rowjee</dc:creator>
  <cp:lastModifiedBy>lishitarowjee@gmail.com</cp:lastModifiedBy>
  <cp:revision>1</cp:revision>
  <dcterms:created xsi:type="dcterms:W3CDTF">2025-11-24T17:56:29Z</dcterms:created>
  <dcterms:modified xsi:type="dcterms:W3CDTF">2025-12-05T01:49:54Z</dcterms:modified>
</cp:coreProperties>
</file>